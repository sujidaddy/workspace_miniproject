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85" r:id="rId2"/>
    <p:sldId id="258" r:id="rId3"/>
    <p:sldId id="386" r:id="rId4"/>
    <p:sldId id="384" r:id="rId5"/>
    <p:sldId id="382" r:id="rId6"/>
    <p:sldId id="390" r:id="rId7"/>
    <p:sldId id="389" r:id="rId8"/>
    <p:sldId id="387" r:id="rId9"/>
    <p:sldId id="388" r:id="rId10"/>
    <p:sldId id="391" r:id="rId11"/>
    <p:sldId id="392" r:id="rId12"/>
    <p:sldId id="393" r:id="rId13"/>
    <p:sldId id="39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B5020BC-59A6-46DF-B6B5-1535F9370B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F5CF24-DC29-4F02-82E6-AA9F14F16D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29D95-E9E3-4552-957F-C7B8CD71DED8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C370E-D69E-42C1-86C2-EA4D38AD87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C66411-3AB5-4180-BFAA-759EDA1152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41C52-F1BB-4C07-A20E-12CFF5620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91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F0C81-324A-46ED-B73B-81B80D72A858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D15EC-A2B4-4E7E-9559-14A76DF48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180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9C9F2-7C80-4D0D-A5F8-E0B8089F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85C7B-BBD9-47B4-84FB-FC65A22FE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71B02-9346-4F6E-87B4-2BDF06E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38019-2715-491D-BDB5-51F527AB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E5A94-4F52-45BF-9417-23B3D31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7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CB7E5-576A-497F-AF17-9DD45A61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65194-BD0F-4E72-AF93-06C7542E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A2162-0040-419C-BFC9-45B95834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30AA4-0B68-408A-8EF4-CD77881D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4ECA6-9F1B-4E99-8013-1F25049F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5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1062A-36C4-4DAA-824B-01EFFAE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0ED167-4267-46F2-8C81-1A0752D1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E7F46F-9F5B-4EFE-9238-E59FD34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7DBB6-F341-4F3B-83BA-F2FBA294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479A5-3A03-4237-BD24-B218A33A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0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FCF5F-B5DC-48C6-A83D-2B4254F5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D4A13C-B9AD-4E08-A4D5-68606884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509854-FB91-4CC3-9AED-91BFBE61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3D70A8-377E-4421-8D3D-F8BD5EAD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1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화면+상세설명" userDrawn="1">
  <p:cSld name="빈화면+상세설명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oogle Shape;24;p46"/>
          <p:cNvGraphicFramePr/>
          <p:nvPr>
            <p:extLst>
              <p:ext uri="{D42A27DB-BD31-4B8C-83A1-F6EECF244321}">
                <p14:modId xmlns:p14="http://schemas.microsoft.com/office/powerpoint/2010/main" val="3814465973"/>
              </p:ext>
            </p:extLst>
          </p:nvPr>
        </p:nvGraphicFramePr>
        <p:xfrm>
          <a:off x="8956086" y="393703"/>
          <a:ext cx="3117375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1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Google Shape;25;p46"/>
          <p:cNvGraphicFramePr/>
          <p:nvPr>
            <p:extLst>
              <p:ext uri="{D42A27DB-BD31-4B8C-83A1-F6EECF244321}">
                <p14:modId xmlns:p14="http://schemas.microsoft.com/office/powerpoint/2010/main" val="705449667"/>
              </p:ext>
            </p:extLst>
          </p:nvPr>
        </p:nvGraphicFramePr>
        <p:xfrm>
          <a:off x="93140" y="393705"/>
          <a:ext cx="8799108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9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25" marR="1219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oogle Shape;26;p46"/>
          <p:cNvGraphicFramePr/>
          <p:nvPr>
            <p:extLst>
              <p:ext uri="{D42A27DB-BD31-4B8C-83A1-F6EECF244321}">
                <p14:modId xmlns:p14="http://schemas.microsoft.com/office/powerpoint/2010/main" val="2623342793"/>
              </p:ext>
            </p:extLst>
          </p:nvPr>
        </p:nvGraphicFramePr>
        <p:xfrm>
          <a:off x="95025" y="71427"/>
          <a:ext cx="8797224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2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</a:t>
                      </a:r>
                      <a:r>
                        <a:rPr lang="en-US" sz="9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oogle Shape;27;p46"/>
          <p:cNvGraphicFramePr/>
          <p:nvPr>
            <p:extLst>
              <p:ext uri="{D42A27DB-BD31-4B8C-83A1-F6EECF244321}">
                <p14:modId xmlns:p14="http://schemas.microsoft.com/office/powerpoint/2010/main" val="388461848"/>
              </p:ext>
            </p:extLst>
          </p:nvPr>
        </p:nvGraphicFramePr>
        <p:xfrm>
          <a:off x="8956114" y="63502"/>
          <a:ext cx="3117375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5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Gulim"/>
                        <a:buNone/>
                      </a:pPr>
                      <a:endParaRPr sz="8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780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94">
          <p15:clr>
            <a:srgbClr val="FBAE40"/>
          </p15:clr>
        </p15:guide>
        <p15:guide id="2" pos="44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7CD586-56AD-4647-9398-6BE6D2ED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F5069-21B5-4766-93C8-FF29A2CD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BA1EC-9C2B-45CD-8777-454D7AB38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5539-0D9D-4F39-A215-82A46FF80F5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6D5140-60FD-49E9-BED4-AE827D143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3CB5E-4D52-4C80-B491-A0EFF950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7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CFD1F07-6C82-49D2-B25C-7FBBA50B9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미니 프로젝트 제목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4DEFAD6-9020-42DF-8F23-F189C7B54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/>
              <a:t>BE : </a:t>
            </a:r>
            <a:r>
              <a:rPr lang="ko-KR" altLang="en-US" dirty="0"/>
              <a:t>박민규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FE : </a:t>
            </a:r>
            <a:r>
              <a:rPr lang="ko-KR" altLang="en-US" dirty="0" err="1"/>
              <a:t>김향자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9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활용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내용 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주요 컨텐츠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컨텐츠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컨텐츠</a:t>
            </a:r>
          </a:p>
        </p:txBody>
      </p:sp>
    </p:spTree>
    <p:extLst>
      <p:ext uri="{BB962C8B-B14F-4D97-AF65-F5344CB8AC3E}">
        <p14:creationId xmlns:p14="http://schemas.microsoft.com/office/powerpoint/2010/main" val="132210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로그인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커뮤니티 기능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지도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도표</a:t>
            </a:r>
            <a:r>
              <a:rPr lang="en-US" altLang="ko-KR" dirty="0"/>
              <a:t>/</a:t>
            </a:r>
            <a:r>
              <a:rPr lang="ko-KR" altLang="en-US" dirty="0"/>
              <a:t>그래프</a:t>
            </a:r>
          </a:p>
        </p:txBody>
      </p:sp>
    </p:spTree>
    <p:extLst>
      <p:ext uri="{BB962C8B-B14F-4D97-AF65-F5344CB8AC3E}">
        <p14:creationId xmlns:p14="http://schemas.microsoft.com/office/powerpoint/2010/main" val="421229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그림 및 설명</a:t>
            </a:r>
          </a:p>
        </p:txBody>
      </p:sp>
    </p:spTree>
    <p:extLst>
      <p:ext uri="{BB962C8B-B14F-4D97-AF65-F5344CB8AC3E}">
        <p14:creationId xmlns:p14="http://schemas.microsoft.com/office/powerpoint/2010/main" val="165966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화면 설계서</a:t>
            </a:r>
          </a:p>
        </p:txBody>
      </p:sp>
    </p:spTree>
    <p:extLst>
      <p:ext uri="{BB962C8B-B14F-4D97-AF65-F5344CB8AC3E}">
        <p14:creationId xmlns:p14="http://schemas.microsoft.com/office/powerpoint/2010/main" val="170814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89664"/>
              </p:ext>
            </p:extLst>
          </p:nvPr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741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83277" y="70517"/>
            <a:ext cx="3238847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 err="1"/>
              <a:t>signin</a:t>
            </a:r>
            <a:r>
              <a:rPr kumimoji="1" lang="en-US" altLang="ko-KR" sz="1000" dirty="0"/>
              <a:t> : </a:t>
            </a:r>
            <a:r>
              <a:rPr kumimoji="1" lang="ko-KR" altLang="en-US" sz="1000" dirty="0"/>
              <a:t>회원가입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3872757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63395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가입에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필요한 항목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이메일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350460">
                <a:tc vMerge="1">
                  <a:txBody>
                    <a:bodyPr/>
                    <a:lstStyle/>
                    <a:p>
                      <a:pPr algn="ctr"/>
                      <a:endParaRPr lang="ko-Kore-KR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아이디 유효성 검사</a:t>
                      </a:r>
                      <a:br>
                        <a:rPr lang="en-US" altLang="ko-KR" sz="900" dirty="0"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629916"/>
                  </a:ext>
                </a:extLst>
              </a:tr>
              <a:tr h="633954">
                <a:tc vMerge="1">
                  <a:txBody>
                    <a:bodyPr/>
                    <a:lstStyle/>
                    <a:p>
                      <a:pPr algn="ctr"/>
                      <a:endParaRPr lang="ko-Kore-KR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유효성 검사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특수문자 포함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공백 없음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8~20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672611"/>
                  </a:ext>
                </a:extLst>
              </a:tr>
              <a:tr h="541878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altLang="ko-Kore-KR" sz="900" dirty="0">
                          <a:effectLst/>
                          <a:latin typeface="+mn-ea"/>
                          <a:ea typeface="+mn-ea"/>
                        </a:rPr>
                        <a:t>Request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로 회원정보를 받아 데이터베이스에 저장</a:t>
                      </a:r>
                      <a:endParaRPr lang="en-US" altLang="ko-KR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회원정보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이메일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),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이름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비밀번호</a:t>
                      </a: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422F50D-E9AA-460A-B70B-85E4E5AA935E}"/>
              </a:ext>
            </a:extLst>
          </p:cNvPr>
          <p:cNvSpPr txBox="1">
            <a:spLocks/>
          </p:cNvSpPr>
          <p:nvPr/>
        </p:nvSpPr>
        <p:spPr>
          <a:xfrm>
            <a:off x="5770703" y="70517"/>
            <a:ext cx="3117375" cy="23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관리</a:t>
            </a:r>
            <a:endParaRPr kumimoji="1" lang="ko-Kore-KR" altLang="en-US" sz="100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3ED692A-EB5D-4471-9574-AA684563BB77}"/>
              </a:ext>
            </a:extLst>
          </p:cNvPr>
          <p:cNvSpPr txBox="1">
            <a:spLocks/>
          </p:cNvSpPr>
          <p:nvPr/>
        </p:nvSpPr>
        <p:spPr>
          <a:xfrm>
            <a:off x="10513808" y="61859"/>
            <a:ext cx="1550917" cy="2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en-US" sz="1000" dirty="0"/>
              <a:t>Users-01</a:t>
            </a:r>
            <a:endParaRPr kumimoji="1" lang="ko-Kore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54FD4-9E6F-426C-813C-75CFFCAE9AB7}"/>
              </a:ext>
            </a:extLst>
          </p:cNvPr>
          <p:cNvSpPr txBox="1"/>
          <p:nvPr/>
        </p:nvSpPr>
        <p:spPr>
          <a:xfrm>
            <a:off x="3696417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0CFBB-871E-4066-8445-3080F30F7E5E}"/>
              </a:ext>
            </a:extLst>
          </p:cNvPr>
          <p:cNvSpPr/>
          <p:nvPr/>
        </p:nvSpPr>
        <p:spPr>
          <a:xfrm>
            <a:off x="2660076" y="2342197"/>
            <a:ext cx="372409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3800" b="1" cap="none" spc="0" dirty="0">
                <a:ln w="6600">
                  <a:solidFill>
                    <a:schemeClr val="accent2">
                      <a:alpha val="15000"/>
                    </a:schemeClr>
                  </a:solidFill>
                  <a:prstDash val="solid"/>
                </a:ln>
                <a:solidFill>
                  <a:srgbClr val="FFFFFF">
                    <a:alpha val="15000"/>
                  </a:srgb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예시</a:t>
            </a:r>
            <a:endParaRPr lang="en-US" altLang="ko-KR" sz="13800" b="1" cap="none" spc="0" dirty="0">
              <a:ln w="6600">
                <a:solidFill>
                  <a:schemeClr val="accent2">
                    <a:alpha val="15000"/>
                  </a:schemeClr>
                </a:solidFill>
                <a:prstDash val="solid"/>
              </a:ln>
              <a:solidFill>
                <a:srgbClr val="FFFFFF">
                  <a:alpha val="15000"/>
                </a:srgbClr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425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REST</a:t>
            </a:r>
            <a:r>
              <a:rPr lang="ko-KR" altLang="en-US" sz="4400" dirty="0"/>
              <a:t> </a:t>
            </a:r>
            <a:r>
              <a:rPr lang="en-US" altLang="ko-KR" sz="4400" dirty="0"/>
              <a:t>API </a:t>
            </a:r>
            <a:r>
              <a:rPr lang="ko-KR" altLang="en-US" sz="4400" dirty="0"/>
              <a:t>명세</a:t>
            </a:r>
          </a:p>
        </p:txBody>
      </p:sp>
    </p:spTree>
    <p:extLst>
      <p:ext uri="{BB962C8B-B14F-4D97-AF65-F5344CB8AC3E}">
        <p14:creationId xmlns:p14="http://schemas.microsoft.com/office/powerpoint/2010/main" val="2891650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578401"/>
              </p:ext>
            </p:extLst>
          </p:nvPr>
        </p:nvGraphicFramePr>
        <p:xfrm>
          <a:off x="1098745" y="1813175"/>
          <a:ext cx="1051560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/auth/</a:t>
                      </a:r>
                      <a:r>
                        <a:rPr lang="en-US" altLang="ko-KR" sz="1200" dirty="0" err="1"/>
                        <a:t>signin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Users-01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Login-01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02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915090"/>
              </p:ext>
            </p:extLst>
          </p:nvPr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975637"/>
              </p:ext>
            </p:extLst>
          </p:nvPr>
        </p:nvGraphicFramePr>
        <p:xfrm>
          <a:off x="1098744" y="2677343"/>
          <a:ext cx="10515602" cy="375671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</a:t>
                      </a:r>
                      <a:r>
                        <a:rPr lang="en-US" altLang="ko-KR" sz="1200" b="0" dirty="0" err="1"/>
                        <a:t>username”:”user</a:t>
                      </a:r>
                      <a:r>
                        <a:rPr lang="en-US" altLang="ko-KR" sz="1200" b="0" dirty="0"/>
                        <a:t>”, “password”:”</a:t>
                      </a:r>
                      <a:r>
                        <a:rPr lang="en-US" altLang="ko-KR" sz="1200" b="0" dirty="0" err="1"/>
                        <a:t>abcd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794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Database </a:t>
            </a:r>
            <a:r>
              <a:rPr lang="ko-KR" altLang="en-US" sz="44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306538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그림</a:t>
            </a:r>
          </a:p>
        </p:txBody>
      </p:sp>
    </p:spTree>
    <p:extLst>
      <p:ext uri="{BB962C8B-B14F-4D97-AF65-F5344CB8AC3E}">
        <p14:creationId xmlns:p14="http://schemas.microsoft.com/office/powerpoint/2010/main" val="3097880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49060"/>
              </p:ext>
            </p:extLst>
          </p:nvPr>
        </p:nvGraphicFramePr>
        <p:xfrm>
          <a:off x="1073805" y="2549450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container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CONTAINERID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u="none" strike="noStrike">
                          <a:effectLst/>
                        </a:rPr>
                        <a:t>컨테이너식별자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차량번호</a:t>
                      </a:r>
                      <a:r>
                        <a:rPr lang="en-US" altLang="ko-KR" sz="1100" u="none" strike="noStrike" dirty="0">
                          <a:effectLst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DRIVERNAME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u="none" strike="noStrike" dirty="0">
                          <a:effectLst/>
                        </a:rPr>
                        <a:t>운전자이름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DRIVERPHONE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u="none" strike="noStrike" dirty="0">
                          <a:effectLst/>
                        </a:rPr>
                        <a:t>운전자연락처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COMMENT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varchar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u="none" strike="noStrike" dirty="0">
                          <a:effectLst/>
                        </a:rPr>
                        <a:t>컨테이너 정보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u="none" strike="noStrike" dirty="0">
                          <a:effectLst/>
                        </a:rPr>
                        <a:t>ISEALID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char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u="none" strike="noStrike" dirty="0">
                          <a:effectLst/>
                        </a:rPr>
                        <a:t>연결된 </a:t>
                      </a:r>
                      <a:r>
                        <a:rPr lang="en-US" altLang="ko-KR" sz="1100" u="none" strike="noStrike" dirty="0" err="1">
                          <a:effectLst/>
                        </a:rPr>
                        <a:t>iseal</a:t>
                      </a:r>
                      <a:r>
                        <a:rPr lang="en-US" altLang="ko-KR" sz="1100" u="none" strike="noStrike" dirty="0">
                          <a:effectLst/>
                        </a:rPr>
                        <a:t> </a:t>
                      </a:r>
                      <a:r>
                        <a:rPr lang="ko-KR" altLang="en-US" sz="1100" u="none" strike="noStrike" dirty="0">
                          <a:effectLst/>
                        </a:rPr>
                        <a:t>식별자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75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306</Words>
  <Application>Microsoft Office PowerPoint</Application>
  <PresentationFormat>와이드스크린</PresentationFormat>
  <Paragraphs>162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Gulim</vt:lpstr>
      <vt:lpstr>Malgun Gothic</vt:lpstr>
      <vt:lpstr>Malgun Gothic</vt:lpstr>
      <vt:lpstr>Arial</vt:lpstr>
      <vt:lpstr>Office 테마</vt:lpstr>
      <vt:lpstr>미니 프로젝트 제목</vt:lpstr>
      <vt:lpstr>활용 데이터</vt:lpstr>
      <vt:lpstr>기능 정의</vt:lpstr>
      <vt:lpstr>시스템 구성</vt:lpstr>
      <vt:lpstr>화면 설계서</vt:lpstr>
      <vt:lpstr>PowerPoint 프레젠테이션</vt:lpstr>
      <vt:lpstr>PowerPoint 프레젠테이션</vt:lpstr>
      <vt:lpstr>REST API 명세</vt:lpstr>
      <vt:lpstr>REST API 명세 목록</vt:lpstr>
      <vt:lpstr>REST API 상세 명세</vt:lpstr>
      <vt:lpstr>Database 설계</vt:lpstr>
      <vt:lpstr>ERD</vt:lpstr>
      <vt:lpstr>Table 명세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개발 목적 및 컨셉</dc:title>
  <dc:creator>김경민</dc:creator>
  <cp:lastModifiedBy>user</cp:lastModifiedBy>
  <cp:revision>20</cp:revision>
  <dcterms:created xsi:type="dcterms:W3CDTF">2023-11-14T00:10:21Z</dcterms:created>
  <dcterms:modified xsi:type="dcterms:W3CDTF">2025-12-23T00:54:33Z</dcterms:modified>
</cp:coreProperties>
</file>