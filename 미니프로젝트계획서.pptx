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handoutMasterIdLst>
    <p:handoutMasterId r:id="rId16"/>
  </p:handoutMasterIdLst>
  <p:sldIdLst>
    <p:sldId id="385" r:id="rId2"/>
    <p:sldId id="258" r:id="rId3"/>
    <p:sldId id="386" r:id="rId4"/>
    <p:sldId id="384" r:id="rId5"/>
    <p:sldId id="382" r:id="rId6"/>
    <p:sldId id="390" r:id="rId7"/>
    <p:sldId id="389" r:id="rId8"/>
    <p:sldId id="387" r:id="rId9"/>
    <p:sldId id="388" r:id="rId10"/>
    <p:sldId id="391" r:id="rId11"/>
    <p:sldId id="392" r:id="rId12"/>
    <p:sldId id="393" r:id="rId13"/>
    <p:sldId id="394" r:id="rId1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F1AB2-1976-4502-BF36-3FF5EA218861}" styleName="보통 스타일 4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21" d="100"/>
          <a:sy n="121" d="100"/>
        </p:scale>
        <p:origin x="108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EB5020BC-59A6-46DF-B6B5-1535F9370BF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9F5CF24-DC29-4F02-82E6-AA9F14F16D2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329D95-E9E3-4552-957F-C7B8CD71DED8}" type="datetimeFigureOut">
              <a:rPr lang="ko-KR" altLang="en-US" smtClean="0"/>
              <a:t>2025-09-05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33C370E-D69E-42C1-86C2-EA4D38AD876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7C66411-3AB5-4180-BFAA-759EDA11523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B41C52-F1BB-4C07-A20E-12CFF562074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1991862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0F0C81-324A-46ED-B73B-81B80D72A858}" type="datetimeFigureOut">
              <a:rPr lang="ko-KR" altLang="en-US" smtClean="0"/>
              <a:t>2025-09-05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30D15EC-A2B4-4E7E-9559-14A76DF48B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861806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69C9F2-7C80-4D0D-A5F8-E0B8089F39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4B85C7B-BBD9-47B4-84FB-FC65A22FEC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BE71B02-9346-4F6E-87B4-2BDF06EC39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35539-0D9D-4F39-A215-82A46FF80F52}" type="datetimeFigureOut">
              <a:rPr lang="ko-KR" altLang="en-US" smtClean="0"/>
              <a:t>2025-09-05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E538019-2715-491D-BDB5-51F527ABD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B9E5A94-4F52-45BF-9417-23B3D31197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798B8-79D5-4ACF-9BBC-BDBE217621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67740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1CB7E5-576A-497F-AF17-9DD45A61A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1065194-BD0F-4E72-AF93-06C7542E0F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5A2162-0040-419C-BFC9-45B95834FD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35539-0D9D-4F39-A215-82A46FF80F52}" type="datetimeFigureOut">
              <a:rPr lang="ko-KR" altLang="en-US" smtClean="0"/>
              <a:t>2025-09-05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B530AA4-0B68-408A-8EF4-CD77881D7E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C74ECA6-9F1B-4E99-8013-1F25049F53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798B8-79D5-4ACF-9BBC-BDBE217621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48589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01062A-36C4-4DAA-824B-01EFFAEAE9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20ED167-4267-46F2-8C81-1A0752D101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FE7F46F-9F5B-4EFE-9238-E59FD34E87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35539-0D9D-4F39-A215-82A46FF80F52}" type="datetimeFigureOut">
              <a:rPr lang="ko-KR" altLang="en-US" smtClean="0"/>
              <a:t>2025-09-05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EF7DBB6-F341-4F3B-83BA-F2FBA2949F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33479A5-3A03-4237-BD24-B218A33AC7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798B8-79D5-4ACF-9BBC-BDBE217621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50015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7FCF5F-B5DC-48C6-A83D-2B4254F57A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2D4A13C-B9AD-4E08-A4D5-6860688406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35539-0D9D-4F39-A215-82A46FF80F52}" type="datetimeFigureOut">
              <a:rPr lang="ko-KR" altLang="en-US" smtClean="0"/>
              <a:t>2025-09-05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B509854-FB91-4CC3-9AED-91BFBE611F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23D70A8-377E-4421-8D3D-F8BD5EAD3A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798B8-79D5-4ACF-9BBC-BDBE217621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81150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빈화면+상세설명" userDrawn="1">
  <p:cSld name="빈화면+상세설명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4" name="Google Shape;24;p46"/>
          <p:cNvGraphicFramePr/>
          <p:nvPr>
            <p:extLst>
              <p:ext uri="{D42A27DB-BD31-4B8C-83A1-F6EECF244321}">
                <p14:modId xmlns:p14="http://schemas.microsoft.com/office/powerpoint/2010/main" val="3814465973"/>
              </p:ext>
            </p:extLst>
          </p:nvPr>
        </p:nvGraphicFramePr>
        <p:xfrm>
          <a:off x="8956086" y="393703"/>
          <a:ext cx="3117375" cy="6392868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3117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39286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Gulim"/>
                        <a:buNone/>
                      </a:pPr>
                      <a:endParaRPr sz="1000" b="1" i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5" name="Google Shape;25;p46"/>
          <p:cNvGraphicFramePr/>
          <p:nvPr>
            <p:extLst>
              <p:ext uri="{D42A27DB-BD31-4B8C-83A1-F6EECF244321}">
                <p14:modId xmlns:p14="http://schemas.microsoft.com/office/powerpoint/2010/main" val="705449667"/>
              </p:ext>
            </p:extLst>
          </p:nvPr>
        </p:nvGraphicFramePr>
        <p:xfrm>
          <a:off x="93140" y="393705"/>
          <a:ext cx="8799108" cy="6392868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87991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39286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Gulim"/>
                        <a:buNone/>
                      </a:pPr>
                      <a:endParaRPr sz="1000" b="1" i="0" u="none" strike="noStrike" cap="none" dirty="0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121925" marR="121925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6" name="Google Shape;26;p46"/>
          <p:cNvGraphicFramePr/>
          <p:nvPr>
            <p:extLst>
              <p:ext uri="{D42A27DB-BD31-4B8C-83A1-F6EECF244321}">
                <p14:modId xmlns:p14="http://schemas.microsoft.com/office/powerpoint/2010/main" val="2623342793"/>
              </p:ext>
            </p:extLst>
          </p:nvPr>
        </p:nvGraphicFramePr>
        <p:xfrm>
          <a:off x="95025" y="71427"/>
          <a:ext cx="8797224" cy="246069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2248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140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48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334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606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Arial"/>
                        <a:buNone/>
                      </a:pPr>
                      <a:r>
                        <a:rPr lang="ko-KR" altLang="en-US" sz="900" b="1" i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작업</a:t>
                      </a:r>
                      <a:r>
                        <a:rPr lang="en-US" sz="900" b="1" i="0" u="none" strike="noStrike" cap="none" dirty="0" err="1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명</a:t>
                      </a:r>
                      <a:endParaRPr sz="1200" u="none" strike="noStrike" cap="none" dirty="0"/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endParaRPr sz="900" b="0" i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Arial"/>
                        <a:buNone/>
                      </a:pPr>
                      <a:r>
                        <a:rPr lang="ko-KR" altLang="en-US" sz="900" b="1" i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분류</a:t>
                      </a:r>
                      <a:endParaRPr sz="900" b="1" i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Gulim"/>
                        <a:buNone/>
                      </a:pPr>
                      <a:endParaRPr sz="900" b="0" i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7" name="Google Shape;27;p46"/>
          <p:cNvGraphicFramePr/>
          <p:nvPr>
            <p:extLst>
              <p:ext uri="{D42A27DB-BD31-4B8C-83A1-F6EECF244321}">
                <p14:modId xmlns:p14="http://schemas.microsoft.com/office/powerpoint/2010/main" val="388461848"/>
              </p:ext>
            </p:extLst>
          </p:nvPr>
        </p:nvGraphicFramePr>
        <p:xfrm>
          <a:off x="8956114" y="63502"/>
          <a:ext cx="3117375" cy="246069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5595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78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606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ko-KR" altLang="en-US" sz="800" b="1" i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화면</a:t>
                      </a:r>
                      <a:r>
                        <a:rPr lang="en-US" altLang="ko-KR" sz="800" b="1" i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ID</a:t>
                      </a:r>
                      <a:endParaRPr sz="1200" u="none" strike="noStrike" cap="none" dirty="0"/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Gulim"/>
                        <a:buNone/>
                      </a:pPr>
                      <a:endParaRPr sz="800" b="0" i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47806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94">
          <p15:clr>
            <a:srgbClr val="FBAE40"/>
          </p15:clr>
        </p15:guide>
        <p15:guide id="2" pos="4434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67CD586-56AD-4647-9398-6BE6D2ED2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24F5069-21B5-4766-93C8-FF29A2CDF1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23BA1EC-9C2B-45CD-8777-454D7AB382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A35539-0D9D-4F39-A215-82A46FF80F52}" type="datetimeFigureOut">
              <a:rPr lang="ko-KR" altLang="en-US" smtClean="0"/>
              <a:t>2025-09-05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F6D5140-60FD-49E9-BED4-AE827D1431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563CB5E-4D52-4C80-B491-A0EFF9506E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9798B8-79D5-4ACF-9BBC-BDBE217621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79704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4"/>
    <p:sldLayoutId id="2147483660" r:id="rId5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6CFD1F07-6C82-49D2-B25C-7FBBA50B97B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미니 프로젝트 제목</a:t>
            </a:r>
          </a:p>
        </p:txBody>
      </p:sp>
      <p:sp>
        <p:nvSpPr>
          <p:cNvPr id="5" name="부제목 4">
            <a:extLst>
              <a:ext uri="{FF2B5EF4-FFF2-40B4-BE49-F238E27FC236}">
                <a16:creationId xmlns:a16="http://schemas.microsoft.com/office/drawing/2014/main" id="{94DEFAD6-9020-42DF-8F23-F189C7B5496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anchor="ctr"/>
          <a:lstStyle/>
          <a:p>
            <a:pPr>
              <a:lnSpc>
                <a:spcPct val="150000"/>
              </a:lnSpc>
            </a:pPr>
            <a:r>
              <a:rPr lang="en-US" altLang="ko-KR" dirty="0"/>
              <a:t>BE : </a:t>
            </a:r>
            <a:r>
              <a:rPr lang="ko-KR" altLang="en-US" dirty="0"/>
              <a:t>홍길동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en-US" altLang="ko-KR" dirty="0"/>
              <a:t>FE : </a:t>
            </a:r>
            <a:r>
              <a:rPr lang="ko-KR" altLang="en-US" dirty="0" err="1"/>
              <a:t>홍이동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689087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B146C3-B8B0-406D-84B8-A9D32AF24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활용 데이터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27C1980-B133-4650-A4DD-E3CADB853E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ko-KR" altLang="en-US" dirty="0"/>
              <a:t>출처 </a:t>
            </a:r>
            <a:r>
              <a:rPr lang="en-US" altLang="ko-KR" dirty="0"/>
              <a:t>:</a:t>
            </a:r>
          </a:p>
          <a:p>
            <a:pPr>
              <a:lnSpc>
                <a:spcPct val="150000"/>
              </a:lnSpc>
            </a:pPr>
            <a:r>
              <a:rPr lang="ko-KR" altLang="en-US" dirty="0"/>
              <a:t>내용 </a:t>
            </a:r>
            <a:r>
              <a:rPr lang="en-US" altLang="ko-KR" dirty="0"/>
              <a:t>:</a:t>
            </a:r>
          </a:p>
          <a:p>
            <a:pPr>
              <a:lnSpc>
                <a:spcPct val="150000"/>
              </a:lnSpc>
            </a:pPr>
            <a:r>
              <a:rPr lang="ko-KR" altLang="en-US" dirty="0"/>
              <a:t>주요 컨텐츠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ko-KR" altLang="en-US" dirty="0"/>
              <a:t>컨텐츠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ko-KR" altLang="en-US" dirty="0"/>
              <a:t>컨텐츠</a:t>
            </a:r>
          </a:p>
        </p:txBody>
      </p:sp>
    </p:spTree>
    <p:extLst>
      <p:ext uri="{BB962C8B-B14F-4D97-AF65-F5344CB8AC3E}">
        <p14:creationId xmlns:p14="http://schemas.microsoft.com/office/powerpoint/2010/main" val="13221028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기능 정의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AADDCFC6-9D9B-47D0-B590-18185BBF2E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ko-KR" altLang="en-US" dirty="0"/>
              <a:t>로그인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커뮤니티 기능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지도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도표</a:t>
            </a:r>
            <a:r>
              <a:rPr lang="en-US" altLang="ko-KR" dirty="0"/>
              <a:t>/</a:t>
            </a:r>
            <a:r>
              <a:rPr lang="ko-KR" altLang="en-US" dirty="0"/>
              <a:t>그래프</a:t>
            </a:r>
          </a:p>
        </p:txBody>
      </p:sp>
    </p:spTree>
    <p:extLst>
      <p:ext uri="{BB962C8B-B14F-4D97-AF65-F5344CB8AC3E}">
        <p14:creationId xmlns:p14="http://schemas.microsoft.com/office/powerpoint/2010/main" val="42122942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시스템 구성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AADDCFC6-9D9B-47D0-B590-18185BBF2E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ko-KR" altLang="en-US" dirty="0"/>
              <a:t>그림 및 설명</a:t>
            </a:r>
          </a:p>
        </p:txBody>
      </p:sp>
    </p:spTree>
    <p:extLst>
      <p:ext uri="{BB962C8B-B14F-4D97-AF65-F5344CB8AC3E}">
        <p14:creationId xmlns:p14="http://schemas.microsoft.com/office/powerpoint/2010/main" val="16596681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5EF7ECC-C7D7-443D-8CF4-688FC6B94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400" dirty="0"/>
              <a:t>화면 설계서</a:t>
            </a:r>
          </a:p>
        </p:txBody>
      </p:sp>
    </p:spTree>
    <p:extLst>
      <p:ext uri="{BB962C8B-B14F-4D97-AF65-F5344CB8AC3E}">
        <p14:creationId xmlns:p14="http://schemas.microsoft.com/office/powerpoint/2010/main" val="17081456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ko-KR" altLang="en-US" sz="1000" dirty="0"/>
              <a:t>텍스트를 입력하세요</a:t>
            </a:r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03200282-D5E2-DA70-1722-5FB99AE80B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8089664"/>
              </p:ext>
            </p:extLst>
          </p:nvPr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ko-Kore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ko-Kore-KR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ko-Kore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ko-Kore-KR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ko-Kore-KR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ko-Kore-KR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ko-Kore-KR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ko-Kore-KR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ko-Kore-KR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ko-Kore-KR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ko-Kore-KR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ko-Kore-KR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0" dirty="0">
                          <a:latin typeface="+mn-ea"/>
                          <a:ea typeface="+mn-ea"/>
                        </a:rPr>
                        <a:t>1</a:t>
                      </a:r>
                      <a:endParaRPr lang="ko-Kore-KR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ko-Kore-KR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ko-Kore-KR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ko-Kore-KR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ko-Kore-KR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ko-Kore-KR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ko-Kore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ko-Kore-KR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ko-Kore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ko-Kore-KR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ko-Kore-KR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ko-Kore-KR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ko-Kore-KR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ko-Kore-KR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ko-Kore-KR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ko-Kore-KR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ko-Kore-KR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ko-Kore-KR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ko-Kore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ko-Kore-KR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ko-Kore-KR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텍스트를 입력하세요</a:t>
            </a:r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35574195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283277" y="70517"/>
            <a:ext cx="3238847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en-US" altLang="ko-KR" sz="1000" dirty="0" err="1"/>
              <a:t>signin</a:t>
            </a:r>
            <a:r>
              <a:rPr kumimoji="1" lang="en-US" altLang="ko-KR" sz="1000" dirty="0"/>
              <a:t> : </a:t>
            </a:r>
            <a:r>
              <a:rPr kumimoji="1" lang="ko-KR" altLang="en-US" sz="1000" dirty="0"/>
              <a:t>회원가입</a:t>
            </a:r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3872757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ko-Kore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ko-Kore-KR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ko-Kore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ko-Kore-KR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ko-Kore-KR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ko-Kore-KR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ko-Kore-KR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258809"/>
                  </a:ext>
                </a:extLst>
              </a:tr>
              <a:tr h="633954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ko-Kore-KR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ko-Kore-KR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ore-KR" altLang="en-US" sz="900" dirty="0">
                          <a:latin typeface="+mn-ea"/>
                          <a:ea typeface="+mn-ea"/>
                        </a:rPr>
                        <a:t>가입에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필요한 항목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이메일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이름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비밀번호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8339380"/>
                  </a:ext>
                </a:extLst>
              </a:tr>
              <a:tr h="350460">
                <a:tc vMerge="1">
                  <a:txBody>
                    <a:bodyPr/>
                    <a:lstStyle/>
                    <a:p>
                      <a:pPr algn="ctr"/>
                      <a:endParaRPr lang="ko-Kore-KR" altLang="en-US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2</a:t>
                      </a:r>
                      <a:endParaRPr lang="ko-Kore-KR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ore-KR" altLang="en-US" sz="900" dirty="0"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아이디 유효성 검사</a:t>
                      </a:r>
                      <a:br>
                        <a:rPr lang="en-US" altLang="ko-KR" sz="900" dirty="0">
                          <a:latin typeface="+mn-ea"/>
                          <a:ea typeface="+mn-ea"/>
                        </a:rPr>
                      </a:b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영문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+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숫자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@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+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숫자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.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+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숫자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11629916"/>
                  </a:ext>
                </a:extLst>
              </a:tr>
              <a:tr h="633954">
                <a:tc vMerge="1">
                  <a:txBody>
                    <a:bodyPr/>
                    <a:lstStyle/>
                    <a:p>
                      <a:pPr algn="ctr"/>
                      <a:endParaRPr lang="ko-Kore-KR" altLang="en-US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3</a:t>
                      </a:r>
                      <a:endParaRPr lang="ko-Kore-KR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ore-KR" altLang="en-US" sz="900" dirty="0"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유효성 검사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숫자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특수문자 포함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공백 없음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8~20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자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94672611"/>
                  </a:ext>
                </a:extLst>
              </a:tr>
              <a:tr h="541878"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ko-Kore-KR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0" dirty="0">
                          <a:latin typeface="+mn-ea"/>
                          <a:ea typeface="+mn-ea"/>
                        </a:rPr>
                        <a:t>1</a:t>
                      </a:r>
                      <a:endParaRPr lang="ko-Kore-KR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en-US" altLang="ko-Kore-KR" sz="900" dirty="0">
                          <a:effectLst/>
                          <a:latin typeface="+mn-ea"/>
                          <a:ea typeface="+mn-ea"/>
                        </a:rPr>
                        <a:t>Request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로 회원정보를 받아 데이터베이스에 저장</a:t>
                      </a:r>
                      <a:endParaRPr lang="en-US" altLang="ko-KR" sz="900" dirty="0">
                        <a:effectLst/>
                        <a:latin typeface="+mn-ea"/>
                        <a:ea typeface="+mn-ea"/>
                      </a:endParaRPr>
                    </a:p>
                    <a:p>
                      <a:pPr>
                        <a:lnSpc>
                          <a:spcPct val="115000"/>
                        </a:lnSpc>
                      </a:pP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회원정보</a:t>
                      </a:r>
                      <a:r>
                        <a:rPr lang="en-US" altLang="ko-KR" sz="900" dirty="0">
                          <a:effectLst/>
                          <a:latin typeface="+mn-ea"/>
                          <a:ea typeface="+mn-ea"/>
                        </a:rPr>
                        <a:t>: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 이메일</a:t>
                      </a:r>
                      <a:r>
                        <a:rPr lang="en-US" altLang="ko-KR" sz="9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US" altLang="ko-KR" sz="900" dirty="0">
                          <a:effectLst/>
                          <a:latin typeface="+mn-ea"/>
                          <a:ea typeface="+mn-ea"/>
                        </a:rPr>
                        <a:t>),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 이름</a:t>
                      </a:r>
                      <a:r>
                        <a:rPr lang="en-US" altLang="ko-KR" sz="900" dirty="0">
                          <a:effectLst/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 비밀번호</a:t>
                      </a:r>
                      <a:endParaRPr lang="ko-Kore-KR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9936203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ko-Kore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ko-Kore-KR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ko-Kore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ko-Kore-KR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ko-Kore-KR" altLang="en-US" sz="9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9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ko-Kore-KR" altLang="en-US" sz="9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9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ko-Kore-KR" altLang="en-US" sz="9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9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ko-Kore-KR" altLang="en-US" sz="9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9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ko-Kore-KR" altLang="en-US" sz="9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ko-Kore-KR" sz="9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ko-Kore-KR" altLang="en-US" sz="9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ko-Kore-KR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ko-Kore-KR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ko-Kore-KR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ko-Kore-KR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ko-Kore-KR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ko-Kore-KR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ko-Kore-KR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ko-Kore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ko-Kore-KR" altLang="en-US" sz="9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ko-Kore-KR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5629137"/>
                  </a:ext>
                </a:extLst>
              </a:tr>
            </a:tbl>
          </a:graphicData>
        </a:graphic>
      </p:graphicFrame>
      <p:sp>
        <p:nvSpPr>
          <p:cNvPr id="6" name="텍스트 개체 틀 2">
            <a:extLst>
              <a:ext uri="{FF2B5EF4-FFF2-40B4-BE49-F238E27FC236}">
                <a16:creationId xmlns:a16="http://schemas.microsoft.com/office/drawing/2014/main" id="{7422F50D-E9AA-460A-B70B-85E4E5AA935E}"/>
              </a:ext>
            </a:extLst>
          </p:cNvPr>
          <p:cNvSpPr txBox="1">
            <a:spLocks/>
          </p:cNvSpPr>
          <p:nvPr/>
        </p:nvSpPr>
        <p:spPr>
          <a:xfrm>
            <a:off x="5770703" y="70517"/>
            <a:ext cx="3117375" cy="23739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952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관리</a:t>
            </a:r>
            <a:endParaRPr kumimoji="1" lang="ko-Kore-KR" altLang="en-US" sz="1000" dirty="0"/>
          </a:p>
        </p:txBody>
      </p:sp>
      <p:sp>
        <p:nvSpPr>
          <p:cNvPr id="7" name="텍스트 개체 틀 2">
            <a:extLst>
              <a:ext uri="{FF2B5EF4-FFF2-40B4-BE49-F238E27FC236}">
                <a16:creationId xmlns:a16="http://schemas.microsoft.com/office/drawing/2014/main" id="{43ED692A-EB5D-4471-9574-AA684563BB77}"/>
              </a:ext>
            </a:extLst>
          </p:cNvPr>
          <p:cNvSpPr txBox="1">
            <a:spLocks/>
          </p:cNvSpPr>
          <p:nvPr/>
        </p:nvSpPr>
        <p:spPr>
          <a:xfrm>
            <a:off x="10513808" y="61859"/>
            <a:ext cx="1550917" cy="246057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952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en-US" altLang="en-US" sz="1000" dirty="0"/>
              <a:t>Users-01</a:t>
            </a:r>
            <a:endParaRPr kumimoji="1" lang="ko-Kore-KR" altLang="en-US" sz="1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6D54FD4-9E6F-426C-813C-75CFFCAE9AB7}"/>
              </a:ext>
            </a:extLst>
          </p:cNvPr>
          <p:cNvSpPr txBox="1"/>
          <p:nvPr/>
        </p:nvSpPr>
        <p:spPr>
          <a:xfrm>
            <a:off x="3696417" y="3244334"/>
            <a:ext cx="1651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회원가입 화면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2F0CFBB-871E-4066-8445-3080F30F7E5E}"/>
              </a:ext>
            </a:extLst>
          </p:cNvPr>
          <p:cNvSpPr/>
          <p:nvPr/>
        </p:nvSpPr>
        <p:spPr>
          <a:xfrm>
            <a:off x="2660076" y="2342197"/>
            <a:ext cx="3724096" cy="221599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ko-KR" altLang="en-US" sz="13800" b="1" cap="none" spc="0" dirty="0">
                <a:ln w="6600">
                  <a:solidFill>
                    <a:schemeClr val="accent2">
                      <a:alpha val="15000"/>
                    </a:schemeClr>
                  </a:solidFill>
                  <a:prstDash val="solid"/>
                </a:ln>
                <a:solidFill>
                  <a:srgbClr val="FFFFFF">
                    <a:alpha val="15000"/>
                  </a:srgbClr>
                </a:solidFill>
                <a:effectLst>
                  <a:outerShdw dist="38100" dir="2700000" algn="tl" rotWithShape="0">
                    <a:schemeClr val="accent2"/>
                  </a:outerShdw>
                </a:effectLst>
              </a:rPr>
              <a:t>예시</a:t>
            </a:r>
            <a:endParaRPr lang="en-US" altLang="ko-KR" sz="13800" b="1" cap="none" spc="0" dirty="0">
              <a:ln w="6600">
                <a:solidFill>
                  <a:schemeClr val="accent2">
                    <a:alpha val="15000"/>
                  </a:schemeClr>
                </a:solidFill>
                <a:prstDash val="solid"/>
              </a:ln>
              <a:solidFill>
                <a:srgbClr val="FFFFFF">
                  <a:alpha val="15000"/>
                </a:srgbClr>
              </a:solidFill>
              <a:effectLst>
                <a:outerShdw dist="38100" dir="2700000" algn="tl" rotWithShape="0">
                  <a:schemeClr val="accent2"/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3442520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5EF7ECC-C7D7-443D-8CF4-688FC6B94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4400" dirty="0"/>
              <a:t>REST</a:t>
            </a:r>
            <a:r>
              <a:rPr lang="ko-KR" altLang="en-US" sz="4400" dirty="0"/>
              <a:t> </a:t>
            </a:r>
            <a:r>
              <a:rPr lang="en-US" altLang="ko-KR" sz="4400" dirty="0"/>
              <a:t>API </a:t>
            </a:r>
            <a:r>
              <a:rPr lang="ko-KR" altLang="en-US" sz="4400" dirty="0"/>
              <a:t>명세</a:t>
            </a:r>
          </a:p>
        </p:txBody>
      </p:sp>
    </p:spTree>
    <p:extLst>
      <p:ext uri="{BB962C8B-B14F-4D97-AF65-F5344CB8AC3E}">
        <p14:creationId xmlns:p14="http://schemas.microsoft.com/office/powerpoint/2010/main" val="28916507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명세 목록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0578401"/>
              </p:ext>
            </p:extLst>
          </p:nvPr>
        </p:nvGraphicFramePr>
        <p:xfrm>
          <a:off x="1098745" y="1813175"/>
          <a:ext cx="10515601" cy="4079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/auth/</a:t>
                      </a:r>
                      <a:r>
                        <a:rPr lang="en-US" altLang="ko-KR" sz="1200" dirty="0" err="1"/>
                        <a:t>signin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회원가입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Users-01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/v1/login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Login-01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3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4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5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0396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6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1432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7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93039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8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92968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9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947842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10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638576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330217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2915090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/v1/login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3975637"/>
              </p:ext>
            </p:extLst>
          </p:nvPr>
        </p:nvGraphicFramePr>
        <p:xfrm>
          <a:off x="1098744" y="2677343"/>
          <a:ext cx="10515602" cy="3756711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“</a:t>
                      </a:r>
                      <a:r>
                        <a:rPr lang="en-US" altLang="ko-KR" sz="1200" b="0" dirty="0" err="1"/>
                        <a:t>username”:”user</a:t>
                      </a:r>
                      <a:r>
                        <a:rPr lang="en-US" altLang="ko-KR" sz="1200" b="0" dirty="0"/>
                        <a:t>”, “password”:”</a:t>
                      </a:r>
                      <a:r>
                        <a:rPr lang="en-US" altLang="ko-KR" sz="1200" b="0" dirty="0" err="1"/>
                        <a:t>abcd</a:t>
                      </a:r>
                      <a:r>
                        <a:rPr lang="en-US" altLang="ko-KR" sz="1200" b="0" dirty="0"/>
                        <a:t>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/>
                        <a:t>응답코드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37519766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8362431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687944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5EF7ECC-C7D7-443D-8CF4-688FC6B94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4400" dirty="0"/>
              <a:t>Database </a:t>
            </a:r>
            <a:r>
              <a:rPr lang="ko-KR" altLang="en-US" sz="4400" dirty="0"/>
              <a:t>설계</a:t>
            </a:r>
          </a:p>
        </p:txBody>
      </p:sp>
    </p:spTree>
    <p:extLst>
      <p:ext uri="{BB962C8B-B14F-4D97-AF65-F5344CB8AC3E}">
        <p14:creationId xmlns:p14="http://schemas.microsoft.com/office/powerpoint/2010/main" val="30653897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ERD</a:t>
            </a:r>
            <a:endParaRPr lang="ko-KR" altLang="en-US" dirty="0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AADDCFC6-9D9B-47D0-B590-18185BBF2E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ko-KR" altLang="en-US" dirty="0"/>
              <a:t>그림</a:t>
            </a:r>
          </a:p>
        </p:txBody>
      </p:sp>
    </p:spTree>
    <p:extLst>
      <p:ext uri="{BB962C8B-B14F-4D97-AF65-F5344CB8AC3E}">
        <p14:creationId xmlns:p14="http://schemas.microsoft.com/office/powerpoint/2010/main" val="30978804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AADDCFC6-9D9B-47D0-B590-18185BBF2E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altLang="ko-KR" dirty="0"/>
              <a:t>ERD </a:t>
            </a:r>
            <a:r>
              <a:rPr lang="ko-KR" altLang="en-US" dirty="0"/>
              <a:t>테이블 구성 및 스키마 설명</a:t>
            </a:r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0149060"/>
              </p:ext>
            </p:extLst>
          </p:nvPr>
        </p:nvGraphicFramePr>
        <p:xfrm>
          <a:off x="1073805" y="2549450"/>
          <a:ext cx="8992907" cy="2595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container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컨테이너 정보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>
                          <a:effectLst/>
                        </a:rPr>
                        <a:t>CONTAINERID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int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16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""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u="none" strike="noStrike">
                          <a:effectLst/>
                        </a:rPr>
                        <a:t>컨테이너식별자</a:t>
                      </a:r>
                      <a:r>
                        <a:rPr lang="en-US" altLang="ko-KR" sz="1100" u="none" strike="noStrike" dirty="0">
                          <a:effectLst/>
                        </a:rPr>
                        <a:t>(</a:t>
                      </a:r>
                      <a:r>
                        <a:rPr lang="ko-KR" altLang="en-US" sz="1100" u="none" strike="noStrike" dirty="0">
                          <a:effectLst/>
                        </a:rPr>
                        <a:t>차량번호</a:t>
                      </a:r>
                      <a:r>
                        <a:rPr lang="en-US" altLang="ko-KR" sz="1100" u="none" strike="noStrike" dirty="0">
                          <a:effectLst/>
                        </a:rPr>
                        <a:t>)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>
                          <a:effectLst/>
                        </a:rPr>
                        <a:t>DRIVERNAME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>
                          <a:effectLst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""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u="none" strike="noStrike" dirty="0">
                          <a:effectLst/>
                        </a:rPr>
                        <a:t>운전자이름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>
                          <a:effectLst/>
                        </a:rPr>
                        <a:t>DRIVERPHONE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>
                          <a:effectLst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>
                          <a:effectLst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""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u="none" strike="noStrike" dirty="0">
                          <a:effectLst/>
                        </a:rPr>
                        <a:t>운전자연락처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>
                          <a:effectLst/>
                        </a:rPr>
                        <a:t>COMMENT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128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>
                          <a:effectLst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""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u="none" strike="noStrike" dirty="0">
                          <a:effectLst/>
                        </a:rPr>
                        <a:t>컨테이너 정보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40396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>
                          <a:effectLst/>
                        </a:rPr>
                        <a:t>ISEALID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11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FK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""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u="none" strike="noStrike" dirty="0">
                          <a:effectLst/>
                        </a:rPr>
                        <a:t>연결된 </a:t>
                      </a:r>
                      <a:r>
                        <a:rPr lang="en-US" altLang="ko-KR" sz="1100" u="none" strike="noStrike" dirty="0" err="1">
                          <a:effectLst/>
                        </a:rPr>
                        <a:t>iseal</a:t>
                      </a:r>
                      <a:r>
                        <a:rPr lang="en-US" altLang="ko-KR" sz="1100" u="none" strike="noStrike" dirty="0">
                          <a:effectLst/>
                        </a:rPr>
                        <a:t> </a:t>
                      </a:r>
                      <a:r>
                        <a:rPr lang="ko-KR" altLang="en-US" sz="1100" u="none" strike="noStrike" dirty="0">
                          <a:effectLst/>
                        </a:rPr>
                        <a:t>식별자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14325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257545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</TotalTime>
  <Words>306</Words>
  <Application>Microsoft Office PowerPoint</Application>
  <PresentationFormat>와이드스크린</PresentationFormat>
  <Paragraphs>162</Paragraphs>
  <Slides>13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8" baseType="lpstr">
      <vt:lpstr>Gulim</vt:lpstr>
      <vt:lpstr>Malgun Gothic</vt:lpstr>
      <vt:lpstr>Malgun Gothic</vt:lpstr>
      <vt:lpstr>Arial</vt:lpstr>
      <vt:lpstr>Office 테마</vt:lpstr>
      <vt:lpstr>미니 프로젝트 제목</vt:lpstr>
      <vt:lpstr>활용 데이터</vt:lpstr>
      <vt:lpstr>기능 정의</vt:lpstr>
      <vt:lpstr>시스템 구성</vt:lpstr>
      <vt:lpstr>화면 설계서</vt:lpstr>
      <vt:lpstr>PowerPoint 프레젠테이션</vt:lpstr>
      <vt:lpstr>PowerPoint 프레젠테이션</vt:lpstr>
      <vt:lpstr>REST API 명세</vt:lpstr>
      <vt:lpstr>REST API 명세 목록</vt:lpstr>
      <vt:lpstr>REST API 상세 명세</vt:lpstr>
      <vt:lpstr>Database 설계</vt:lpstr>
      <vt:lpstr>ERD</vt:lpstr>
      <vt:lpstr>Table 명세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사이트 개발 목적 및 컨셉</dc:title>
  <dc:creator>김경민</dc:creator>
  <cp:lastModifiedBy>상현 이</cp:lastModifiedBy>
  <cp:revision>19</cp:revision>
  <dcterms:created xsi:type="dcterms:W3CDTF">2023-11-14T00:10:21Z</dcterms:created>
  <dcterms:modified xsi:type="dcterms:W3CDTF">2025-09-05T06:59:06Z</dcterms:modified>
</cp:coreProperties>
</file>