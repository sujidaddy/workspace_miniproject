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391" r:id="rId24"/>
    <p:sldId id="426" r:id="rId25"/>
    <p:sldId id="427" r:id="rId26"/>
    <p:sldId id="428" r:id="rId27"/>
    <p:sldId id="429" r:id="rId28"/>
    <p:sldId id="430" r:id="rId29"/>
    <p:sldId id="431" r:id="rId30"/>
    <p:sldId id="432" r:id="rId31"/>
    <p:sldId id="433" r:id="rId32"/>
    <p:sldId id="434" r:id="rId33"/>
    <p:sldId id="435" r:id="rId34"/>
    <p:sldId id="436" r:id="rId35"/>
    <p:sldId id="437" r:id="rId36"/>
    <p:sldId id="438" r:id="rId37"/>
    <p:sldId id="439" r:id="rId38"/>
    <p:sldId id="440" r:id="rId39"/>
    <p:sldId id="441" r:id="rId40"/>
    <p:sldId id="442" r:id="rId41"/>
    <p:sldId id="443" r:id="rId42"/>
    <p:sldId id="392" r:id="rId43"/>
    <p:sldId id="393" r:id="rId44"/>
    <p:sldId id="394" r:id="rId45"/>
    <p:sldId id="416" r:id="rId46"/>
    <p:sldId id="417" r:id="rId47"/>
    <p:sldId id="419" r:id="rId48"/>
    <p:sldId id="420" r:id="rId49"/>
    <p:sldId id="421" r:id="rId50"/>
    <p:sldId id="424" r:id="rId51"/>
    <p:sldId id="423" r:id="rId52"/>
    <p:sldId id="425" r:id="rId5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45" autoAdjust="0"/>
    <p:restoredTop sz="84080" autoAdjust="0"/>
  </p:normalViewPr>
  <p:slideViewPr>
    <p:cSldViewPr snapToGrid="0">
      <p:cViewPr varScale="1">
        <p:scale>
          <a:sx n="96" d="100"/>
          <a:sy n="96" d="100"/>
        </p:scale>
        <p:origin x="125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ginid?userid=administrator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gingoogle?google=google*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hyperlink" Target="http://10.125.121.176:8080/api/v1/loginnaver?naver=naver*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hyperlink" Target="http://10.125.121.176:8080/api/v1/loginkakao?kakao=kakao*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validatenaver?naver=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validatekakao?kakao=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joinUser?userid=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cation/select?user=" TargetMode="Externa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weather?location=" TargetMode="Externa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name?name=" TargetMode="Externa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886409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094844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030544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및 날짜 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09307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4381084"/>
              </p:ext>
            </p:extLst>
          </p:nvPr>
        </p:nvGraphicFramePr>
        <p:xfrm>
          <a:off x="1098744" y="2677343"/>
          <a:ext cx="10515602" cy="2877637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329284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=&amp;password=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3611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api/v1/loginid?userid=administrator</a:t>
                      </a:r>
                      <a:r>
                        <a:rPr lang="en-US" altLang="ko-KR" sz="1200" dirty="0"/>
                        <a:t>&amp;password=Abcd1234!@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password: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'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 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'password' :password }),});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7398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8996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82985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25474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api/v1/logingoogle?google=google*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>
                          <a:hlinkClick r:id="rId2"/>
                        </a:rPr>
                        <a:t>google*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822348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93095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1359252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api/v1/loginnaver?naver=naver*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3"/>
                        </a:rPr>
                        <a:t>naver</a:t>
                      </a:r>
                      <a:r>
                        <a:rPr lang="en-US" altLang="ko-KR" sz="1200" dirty="0">
                          <a:hlinkClick r:id="rId3"/>
                        </a:rPr>
                        <a:t>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2101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6885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688391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api/v1/loginkakao?kakao=kakao*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3"/>
                        </a:rPr>
                        <a:t>kakao</a:t>
                      </a:r>
                      <a:r>
                        <a:rPr lang="en-US" altLang="ko-KR" sz="1200" dirty="0">
                          <a:hlinkClick r:id="rId3"/>
                        </a:rPr>
                        <a:t>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14385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37625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890146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join/validateID?userid=</a:t>
                      </a:r>
                      <a:r>
                        <a:rPr lang="ko-KR" altLang="en-US" sz="120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신규아이디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188733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98354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930849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?email=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join/validateEmail?email=</a:t>
                      </a:r>
                      <a:r>
                        <a:rPr lang="ko-KR" altLang="en-US" sz="120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신규이메일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validatgeEmail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74404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97618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51574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join/validategoogle?google=</a:t>
                      </a:r>
                      <a:r>
                        <a:rPr lang="ko-KR" altLang="en-US" sz="1200" dirty="0" err="1"/>
                        <a:t>신규구글계정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신규구글계정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58511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59742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959446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api/v1/join/validatenaver?naver=</a:t>
                      </a:r>
                      <a:r>
                        <a:rPr lang="ko-KR" altLang="en-US" sz="1200" dirty="0" err="1"/>
                        <a:t>신규네이버계정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신규네이버계정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2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71982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7032558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api/v1/join/validatekakao?kakao=</a:t>
                      </a:r>
                      <a:r>
                        <a:rPr lang="ko-KR" altLang="en-US" sz="1200" dirty="0" err="1"/>
                        <a:t>신규카카오계정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신규카카오계정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040891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54197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007327"/>
              </p:ext>
            </p:extLst>
          </p:nvPr>
        </p:nvGraphicFramePr>
        <p:xfrm>
          <a:off x="1098744" y="2677343"/>
          <a:ext cx="10515602" cy="37370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=&amp;password=&amp;username=&amp;email=&amp;</a:t>
                      </a:r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=&amp;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=&amp;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api/v1/join/joinUser?userid=</a:t>
                      </a:r>
                      <a:r>
                        <a:rPr lang="ko-KR" altLang="en-US" sz="1200" dirty="0"/>
                        <a:t>아이디</a:t>
                      </a:r>
                      <a:r>
                        <a:rPr lang="en-US" altLang="ko-KR" sz="1200" dirty="0"/>
                        <a:t>&amp;password=</a:t>
                      </a:r>
                      <a:r>
                        <a:rPr lang="ko-KR" altLang="en-US" sz="1200" dirty="0"/>
                        <a:t>비밀번호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&amp;username=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&amp;email=</a:t>
                      </a:r>
                      <a:r>
                        <a:rPr lang="ko-KR" altLang="en-US" sz="1200" dirty="0"/>
                        <a:t>이메일</a:t>
                      </a:r>
                      <a:r>
                        <a:rPr lang="en-US" altLang="ko-KR" sz="1200" dirty="0"/>
                        <a:t>&amp;google=</a:t>
                      </a:r>
                      <a:r>
                        <a:rPr lang="ko-KR" altLang="en-US" sz="1200" dirty="0"/>
                        <a:t>구글계정정보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naver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네이버계정정보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kakao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 : 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, username : 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email : </a:t>
                      </a:r>
                      <a:r>
                        <a:rPr lang="ko-KR" altLang="en-US" sz="1200" b="0" dirty="0" err="1"/>
                        <a:t>이메일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joinUser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‘password’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‘username’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‘email’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‘google’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구글계정정보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네이버계정정보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카카오계정정보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64760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639524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645367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area_name</a:t>
                      </a:r>
                      <a:r>
                        <a:rPr lang="en-US" altLang="ko-KR" sz="1200" b="0" dirty="0"/>
                        <a:t>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center_lat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center_lng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radius : </a:t>
                      </a:r>
                      <a:r>
                        <a:rPr lang="ko-KR" altLang="en-US" sz="1200" b="0" baseline="0" dirty="0"/>
                        <a:t>표시원반지름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fillcolor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표시색상</a:t>
                      </a:r>
                      <a:r>
                        <a:rPr lang="en-US" altLang="ko-KR" sz="1200" b="0" baseline="0" dirty="0"/>
                        <a:t>, level : </a:t>
                      </a:r>
                      <a:r>
                        <a:rPr lang="ko-KR" altLang="en-US" sz="1200" b="0" baseline="0" dirty="0" err="1"/>
                        <a:t>선택시화면확대비율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4697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49825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65288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920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81759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err="1"/>
                        <a:t>Respnse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72666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509245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?area=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  <a:r>
                        <a:rPr lang="en-US" altLang="ko-KR" sz="1200" b="0" dirty="0"/>
                        <a:t>/area?area=1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number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1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71012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687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857062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?user=&amp;</a:t>
                      </a:r>
                      <a:r>
                        <a:rPr lang="en-US" altLang="ko-KR" sz="1200" b="0" dirty="0" err="1"/>
                        <a:t>location_name</a:t>
                      </a:r>
                      <a:r>
                        <a:rPr lang="en-US" altLang="ko-KR" sz="1200" b="0" dirty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2"/>
                        </a:rPr>
                        <a:t>/select?user=</a:t>
                      </a:r>
                      <a:r>
                        <a:rPr lang="ko-KR" altLang="en-US" sz="1200" b="0" dirty="0"/>
                        <a:t>회원고유번호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location_name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가거도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회원고유번호는 </a:t>
                      </a: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받은 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ko-KR" altLang="en-US" sz="1200" b="0" dirty="0"/>
                        <a:t>에서 사용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{number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회원고유번호</a:t>
                      </a:r>
                      <a:r>
                        <a:rPr lang="en-US" altLang="ko-KR" sz="1200" b="0" baseline="0" dirty="0"/>
                        <a:t>, text :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/v1/location/select',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회원고유번호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가거도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0758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및 날짜 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259903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?location=&amp;date=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api/v1/weather</a:t>
                      </a:r>
                      <a:r>
                        <a:rPr lang="en-US" altLang="ko-KR" sz="1200" b="0" dirty="0">
                          <a:hlinkClick r:id="rId2"/>
                        </a:rPr>
                        <a:t>?location=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&amp;date=2025-12-31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{number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 text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</a:t>
                      </a:r>
                      <a:r>
                        <a:rPr lang="en-US" altLang="ko-KR" sz="1200" b="0" dirty="0" err="1"/>
                        <a:t>dd</a:t>
                      </a:r>
                      <a:r>
                        <a:rPr lang="en-US" altLang="ko-KR" sz="1200" b="0" dirty="0"/>
                        <a:t>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382064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weather_table_row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fish_list</a:t>
                      </a:r>
                      <a:r>
                        <a:rPr lang="en-US" altLang="ko-KR" sz="1200" b="0" baseline="0" dirty="0"/>
                        <a:t> : [</a:t>
                      </a:r>
                      <a:r>
                        <a:rPr lang="en-US" altLang="ko-KR" sz="1200" b="0" baseline="0" dirty="0" err="1"/>
                        <a:t>fish_table_row</a:t>
                      </a:r>
                      <a:r>
                        <a:rPr lang="en-US" altLang="ko-KR" sz="1200" b="0" baseline="0" dirty="0"/>
                        <a:t>….]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weather</a:t>
                      </a:r>
                      <a:r>
                        <a:rPr lang="ko-KR" altLang="en-US" sz="1200" b="0" baseline="0" dirty="0"/>
                        <a:t> 테이블 참고</a:t>
                      </a:r>
                      <a:br>
                        <a:rPr lang="en-US" altLang="ko-KR" sz="1200" b="0" baseline="0" dirty="0"/>
                      </a:br>
                      <a:r>
                        <a:rPr lang="en-US" altLang="ko-KR" sz="1200" b="0" baseline="0" dirty="0"/>
                        <a:t>fish </a:t>
                      </a:r>
                      <a:r>
                        <a:rPr lang="ko-KR" altLang="en-US" sz="1200" b="0" baseline="0" dirty="0"/>
                        <a:t>테이블 참고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810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5328923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?name=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2950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api/v1/fish/name</a:t>
                      </a:r>
                      <a:r>
                        <a:rPr lang="en-US" altLang="ko-KR" sz="1200" b="0" dirty="0">
                          <a:hlinkClick r:id="rId2"/>
                        </a:rPr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{text : </a:t>
                      </a:r>
                      <a:r>
                        <a:rPr lang="ko-KR" altLang="en-US" sz="1200" b="0" dirty="0"/>
                        <a:t>검색할 물고기 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/v1/fish/name',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검색할 물고기 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633523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085727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78277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?location=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api/v1/fish/location</a:t>
                      </a:r>
                      <a:r>
                        <a:rPr lang="en-US" altLang="ko-KR" sz="1200" b="0" dirty="0">
                          <a:hlinkClick r:id="rId2"/>
                        </a:rPr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{number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7815567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403738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9529411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3547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?weather=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api/v1/fish/weather</a:t>
                      </a:r>
                      <a:r>
                        <a:rPr lang="en-US" altLang="ko-KR" sz="1200" b="0" dirty="0">
                          <a:hlinkClick r:id="rId2"/>
                        </a:rPr>
                        <a:t>?weather=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</a:t>
                      </a:r>
                      <a:endParaRPr lang="en-US" altLang="ko-KR" sz="120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{text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6368179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96825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810854"/>
              </p:ext>
            </p:extLst>
          </p:nvPr>
        </p:nvGraphicFramePr>
        <p:xfrm>
          <a:off x="1098744" y="2677343"/>
          <a:ext cx="10515602" cy="26397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</a:t>
                      </a:r>
                      <a:r>
                        <a:rPr lang="en-US" altLang="ko-KR" sz="1200" dirty="0"/>
                        <a:t>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:[{name : </a:t>
                      </a:r>
                      <a:r>
                        <a:rPr lang="ko-KR" altLang="en-US" sz="1200" b="0" dirty="0"/>
                        <a:t>물고기 이름</a:t>
                      </a:r>
                      <a:r>
                        <a:rPr lang="en-US" altLang="ko-KR" sz="1200" b="0" dirty="0"/>
                        <a:t>, detail : </a:t>
                      </a:r>
                      <a:r>
                        <a:rPr lang="ko-KR" altLang="en-US" sz="1200" b="0" dirty="0"/>
                        <a:t>간단설명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이미지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</a:t>
                      </a:r>
                      <a:r>
                        <a:rPr lang="en-US" altLang="ko-KR" sz="1200" b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가입한 회원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335077"/>
              </p:ext>
            </p:extLst>
          </p:nvPr>
        </p:nvGraphicFramePr>
        <p:xfrm>
          <a:off x="1043987" y="1416389"/>
          <a:ext cx="8992907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정보 조회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</a:t>
                      </a:r>
                      <a:r>
                        <a:rPr lang="ko-KR" altLang="en-US" sz="1200" baseline="0" dirty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낚시 위치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지역별 날씨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3165630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1251</TotalTime>
  <Words>6291</Words>
  <Application>Microsoft Office PowerPoint</Application>
  <PresentationFormat>와이드스크린</PresentationFormat>
  <Paragraphs>1329</Paragraphs>
  <Slides>52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61" baseType="lpstr">
      <vt:lpstr>Aptos</vt:lpstr>
      <vt:lpstr>Gulim</vt:lpstr>
      <vt:lpstr>맑은 고딕</vt:lpstr>
      <vt:lpstr>맑은 고딕</vt:lpstr>
      <vt:lpstr>새굴림</vt:lpstr>
      <vt:lpstr>Arial</vt:lpstr>
      <vt:lpstr>Consolas</vt:lpstr>
      <vt:lpstr>Symbol</vt:lpstr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Database 설계</vt:lpstr>
      <vt:lpstr>ERD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user</cp:lastModifiedBy>
  <cp:revision>97</cp:revision>
  <dcterms:created xsi:type="dcterms:W3CDTF">2023-11-14T00:10:21Z</dcterms:created>
  <dcterms:modified xsi:type="dcterms:W3CDTF">2025-12-30T08:27:25Z</dcterms:modified>
</cp:coreProperties>
</file>