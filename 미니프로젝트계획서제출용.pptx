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391" r:id="rId24"/>
    <p:sldId id="426" r:id="rId25"/>
    <p:sldId id="427" r:id="rId26"/>
    <p:sldId id="428" r:id="rId27"/>
    <p:sldId id="429" r:id="rId28"/>
    <p:sldId id="430" r:id="rId29"/>
    <p:sldId id="431" r:id="rId30"/>
    <p:sldId id="432" r:id="rId31"/>
    <p:sldId id="433" r:id="rId32"/>
    <p:sldId id="434" r:id="rId33"/>
    <p:sldId id="435" r:id="rId34"/>
    <p:sldId id="436" r:id="rId35"/>
    <p:sldId id="437" r:id="rId36"/>
    <p:sldId id="438" r:id="rId37"/>
    <p:sldId id="439" r:id="rId38"/>
    <p:sldId id="440" r:id="rId39"/>
    <p:sldId id="441" r:id="rId40"/>
    <p:sldId id="442" r:id="rId41"/>
    <p:sldId id="443" r:id="rId42"/>
    <p:sldId id="392" r:id="rId43"/>
    <p:sldId id="393" r:id="rId44"/>
    <p:sldId id="394" r:id="rId45"/>
    <p:sldId id="416" r:id="rId46"/>
    <p:sldId id="417" r:id="rId47"/>
    <p:sldId id="419" r:id="rId48"/>
    <p:sldId id="420" r:id="rId49"/>
    <p:sldId id="421" r:id="rId50"/>
    <p:sldId id="424" r:id="rId51"/>
    <p:sldId id="423" r:id="rId52"/>
    <p:sldId id="425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 varScale="1">
        <p:scale>
          <a:sx n="70" d="100"/>
          <a:sy n="70" d="100"/>
        </p:scale>
        <p:origin x="72" y="27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86409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94844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30216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/v1/weather/{location}/{date}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/v1/fish/{name}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날씨</a:t>
                      </a:r>
                      <a:r>
                        <a:rPr lang="en-US" altLang="ko-KR" sz="1200" dirty="0"/>
                        <a:t>)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/v1/fish/{name}/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 선택을 통한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42199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522190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“id”:””, “password”:””}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{“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”, “username”, “email”}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0246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913766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{“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”, “username”, “email”}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346413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670566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{“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”, “username”, “email”}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378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426135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{“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”, “username”, “email”}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1447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210017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40904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139359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61755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657503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399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062608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6941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947208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55758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623328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” : “”, “password” : “”, “username” : “”, “email” : “”, “</a:t>
                      </a:r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” : “”, “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” : “”, “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64760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499748"/>
              </p:ext>
            </p:extLst>
          </p:nvPr>
        </p:nvGraphicFramePr>
        <p:xfrm>
          <a:off x="1098744" y="2677343"/>
          <a:ext cx="10515602" cy="404299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:[{“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”: “”, “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”:</a:t>
                      </a:r>
                      <a:r>
                        <a:rPr lang="en-US" altLang="ko-KR" sz="1200" b="0" baseline="0" dirty="0"/>
                        <a:t> “”, “</a:t>
                      </a:r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” : “”, “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” : “”, “radius” : “”, “</a:t>
                      </a:r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” : “”, “level” : “”}….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4697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526335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:[{“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”: “”, “name”:</a:t>
                      </a:r>
                      <a:r>
                        <a:rPr lang="en-US" altLang="ko-KR" sz="1200" b="0" baseline="0" dirty="0"/>
                        <a:t> “”, “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” : “”, “lot” : “”, “area” : {}}….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area </a:t>
                      </a:r>
                      <a:r>
                        <a:rPr lang="ko-KR" altLang="en-US" sz="1200" b="0" dirty="0"/>
                        <a:t>구성은 </a:t>
                      </a:r>
                      <a:r>
                        <a:rPr lang="en-US" altLang="ko-KR" sz="1200" b="0" dirty="0"/>
                        <a:t>11</a:t>
                      </a:r>
                      <a:r>
                        <a:rPr lang="ko-KR" altLang="en-US" sz="1200" b="0" dirty="0"/>
                        <a:t>번을 참조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313086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621013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“number”:””}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{“success”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“data” :[{“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”: “”, “name”:</a:t>
                      </a:r>
                      <a:r>
                        <a:rPr lang="en-US" altLang="ko-KR" sz="1200" b="0" baseline="0" dirty="0"/>
                        <a:t> “”, “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” : “”, “lot” : “”, “area” : {}}….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86413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533254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61057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/v1/weather/{location}/{date}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4613187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5895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/v1/fish/{name}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349592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478460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011431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9321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날씨</a:t>
                      </a:r>
                      <a:r>
                        <a:rPr lang="en-US" altLang="ko-KR" sz="1200" dirty="0"/>
                        <a:t>)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614936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68970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/v1/fish/{name}/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 선택을 통한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447390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35077"/>
              </p:ext>
            </p:extLst>
          </p:nvPr>
        </p:nvGraphicFramePr>
        <p:xfrm>
          <a:off x="1043987" y="1416389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165630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947</TotalTime>
  <Words>4018</Words>
  <Application>Microsoft Office PowerPoint</Application>
  <PresentationFormat>와이드스크린</PresentationFormat>
  <Paragraphs>1235</Paragraphs>
  <Slides>52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61" baseType="lpstr">
      <vt:lpstr>Aptos</vt:lpstr>
      <vt:lpstr>Gulim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61</cp:revision>
  <dcterms:created xsi:type="dcterms:W3CDTF">2023-11-14T00:10:21Z</dcterms:created>
  <dcterms:modified xsi:type="dcterms:W3CDTF">2025-12-29T08:54:51Z</dcterms:modified>
</cp:coreProperties>
</file>