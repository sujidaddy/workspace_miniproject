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65"/>
  </p:notesMasterIdLst>
  <p:handoutMasterIdLst>
    <p:handoutMasterId r:id="rId66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391" r:id="rId25"/>
    <p:sldId id="426" r:id="rId26"/>
    <p:sldId id="427" r:id="rId27"/>
    <p:sldId id="428" r:id="rId28"/>
    <p:sldId id="429" r:id="rId29"/>
    <p:sldId id="430" r:id="rId30"/>
    <p:sldId id="431" r:id="rId31"/>
    <p:sldId id="432" r:id="rId32"/>
    <p:sldId id="433" r:id="rId33"/>
    <p:sldId id="434" r:id="rId34"/>
    <p:sldId id="444" r:id="rId35"/>
    <p:sldId id="435" r:id="rId36"/>
    <p:sldId id="436" r:id="rId37"/>
    <p:sldId id="437" r:id="rId38"/>
    <p:sldId id="438" r:id="rId39"/>
    <p:sldId id="446" r:id="rId40"/>
    <p:sldId id="447" r:id="rId41"/>
    <p:sldId id="448" r:id="rId42"/>
    <p:sldId id="440" r:id="rId43"/>
    <p:sldId id="441" r:id="rId44"/>
    <p:sldId id="442" r:id="rId45"/>
    <p:sldId id="443" r:id="rId46"/>
    <p:sldId id="449" r:id="rId47"/>
    <p:sldId id="451" r:id="rId48"/>
    <p:sldId id="452" r:id="rId49"/>
    <p:sldId id="453" r:id="rId50"/>
    <p:sldId id="454" r:id="rId51"/>
    <p:sldId id="455" r:id="rId52"/>
    <p:sldId id="392" r:id="rId53"/>
    <p:sldId id="393" r:id="rId54"/>
    <p:sldId id="394" r:id="rId55"/>
    <p:sldId id="416" r:id="rId56"/>
    <p:sldId id="417" r:id="rId57"/>
    <p:sldId id="419" r:id="rId58"/>
    <p:sldId id="420" r:id="rId59"/>
    <p:sldId id="421" r:id="rId60"/>
    <p:sldId id="424" r:id="rId61"/>
    <p:sldId id="423" r:id="rId62"/>
    <p:sldId id="425" r:id="rId63"/>
    <p:sldId id="450" r:id="rId6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96" d="100"/>
          <a:sy n="96" d="100"/>
        </p:scale>
        <p:origin x="12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5.xml"/><Relationship Id="rId7" Type="http://schemas.openxmlformats.org/officeDocument/2006/relationships/slide" Target="slide29.xml"/><Relationship Id="rId12" Type="http://schemas.openxmlformats.org/officeDocument/2006/relationships/slide" Target="slide34.xm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8.xml"/><Relationship Id="rId11" Type="http://schemas.openxmlformats.org/officeDocument/2006/relationships/slide" Target="slide33.xml"/><Relationship Id="rId5" Type="http://schemas.openxmlformats.org/officeDocument/2006/relationships/slide" Target="slide27.xml"/><Relationship Id="rId10" Type="http://schemas.openxmlformats.org/officeDocument/2006/relationships/slide" Target="slide32.xml"/><Relationship Id="rId4" Type="http://schemas.openxmlformats.org/officeDocument/2006/relationships/slide" Target="slide26.xml"/><Relationship Id="rId9" Type="http://schemas.openxmlformats.org/officeDocument/2006/relationships/slide" Target="slide3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3" Type="http://schemas.openxmlformats.org/officeDocument/2006/relationships/slide" Target="slide36.xml"/><Relationship Id="rId7" Type="http://schemas.openxmlformats.org/officeDocument/2006/relationships/slide" Target="slide40.xml"/><Relationship Id="rId12" Type="http://schemas.openxmlformats.org/officeDocument/2006/relationships/slide" Target="slide45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9.xml"/><Relationship Id="rId11" Type="http://schemas.openxmlformats.org/officeDocument/2006/relationships/slide" Target="slide44.xml"/><Relationship Id="rId5" Type="http://schemas.openxmlformats.org/officeDocument/2006/relationships/slide" Target="slide38.xml"/><Relationship Id="rId10" Type="http://schemas.openxmlformats.org/officeDocument/2006/relationships/slide" Target="slide43.xml"/><Relationship Id="rId4" Type="http://schemas.openxmlformats.org/officeDocument/2006/relationships/slide" Target="slide37.xml"/><Relationship Id="rId9" Type="http://schemas.openxmlformats.org/officeDocument/2006/relationships/slide" Target="slide4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47.xml"/><Relationship Id="rId2" Type="http://schemas.openxmlformats.org/officeDocument/2006/relationships/slide" Target="slide4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50.xml"/><Relationship Id="rId5" Type="http://schemas.openxmlformats.org/officeDocument/2006/relationships/slide" Target="slide49.xml"/><Relationship Id="rId4" Type="http://schemas.openxmlformats.org/officeDocument/2006/relationships/slide" Target="slide4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id?userid=administrator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naver?naver=naver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kakao?kakao=kakao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naver?naver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kakao?kakao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joinUser?useri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modifyUser?currentPasswor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favorite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name?name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weather/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FishDetail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&#51060;&#48120;&#51648;&#51452;&#49548;" TargetMode="Externa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54950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98096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34797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6982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7728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3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</a:t>
            </a:r>
            <a:r>
              <a:rPr lang="en-US" altLang="ko-KR" dirty="0"/>
              <a:t>(</a:t>
            </a:r>
            <a:r>
              <a:rPr lang="en-US" altLang="ko-KR" sz="4400" dirty="0" err="1"/>
              <a:t>loginnaver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0556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4"/>
                        </a:rPr>
                        <a:t>naver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814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4"/>
                        </a:rPr>
                        <a:t>kakao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validateEmail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3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59654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51481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798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joinUser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870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join/</a:t>
            </a:r>
            <a:r>
              <a:rPr lang="en-US" altLang="ko-KR" sz="4400" dirty="0" err="1"/>
              <a:t>modifyUser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1941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45764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9324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378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location/area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466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location/select)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0232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771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6437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69399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location/favorite/add)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070501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211701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location/favorite/remove)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6641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294013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fish/name)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92482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3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990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3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fish/weather)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893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765743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>
                          <a:hlinkClick r:id="rId3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3"/>
                        </a:rPr>
                        <a:t>&amp;weather=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fishlist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456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weather/chart)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988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2838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3"/>
                        </a:rPr>
                        <a:t>?</a:t>
                      </a:r>
                      <a:r>
                        <a:rPr lang="en-US" altLang="ko-KR" sz="1200" dirty="0" err="1">
                          <a:hlinkClick r:id="rId3"/>
                        </a:rPr>
                        <a:t>location_no</a:t>
                      </a:r>
                      <a:r>
                        <a:rPr lang="en-US" altLang="ko-KR" sz="1200" dirty="0">
                          <a:hlinkClick r:id="rId3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fetchData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8311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23381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07453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api/v1/admin/fetchData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fetchData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74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fishlistAll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50402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45258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3777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api/v1/admin/fishlistAll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fishlistAll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, name: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detail: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, url:</a:t>
                      </a:r>
                      <a:r>
                        <a:rPr lang="ko-KR" altLang="en-US" sz="1200" b="0" dirty="0"/>
                        <a:t>이미지주소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21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modifyFishDetail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34344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143722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408292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521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removeFishDetail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6113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81678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4612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api/v1/admin/removeFishDetail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removeFishDetail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7393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/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/>
        </p:nvGraphicFramePr>
        <p:xfrm>
          <a:off x="1098744" y="2677343"/>
          <a:ext cx="10515602" cy="21706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9669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673136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1691</TotalTime>
  <Words>8271</Words>
  <Application>Microsoft Office PowerPoint</Application>
  <PresentationFormat>와이드스크린</PresentationFormat>
  <Paragraphs>1686</Paragraphs>
  <Slides>63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2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상세(loginid)</vt:lpstr>
      <vt:lpstr>REST API 상세(logingoogle)</vt:lpstr>
      <vt:lpstr>REST API 상(loginnaver)</vt:lpstr>
      <vt:lpstr>REST API 상세(loginkakao)</vt:lpstr>
      <vt:lpstr>REST API 상세(join/validateID)</vt:lpstr>
      <vt:lpstr>REST API 상세(join/validateEmail)</vt:lpstr>
      <vt:lpstr>REST API 상세(join/validategoogle)</vt:lpstr>
      <vt:lpstr>REST API 상세(join/validatenaver)</vt:lpstr>
      <vt:lpstr>REST API 상세(join/validatekakao)</vt:lpstr>
      <vt:lpstr>REST API 상세(join/joinUser)</vt:lpstr>
      <vt:lpstr>REST API 상세(join/modifyUser)</vt:lpstr>
      <vt:lpstr>REST API 상세(area)</vt:lpstr>
      <vt:lpstr>REST API 상세(location)</vt:lpstr>
      <vt:lpstr>REST API 상세(location/area)</vt:lpstr>
      <vt:lpstr>REST API 상세(location/select)</vt:lpstr>
      <vt:lpstr>REST API 상세(location/favorite)</vt:lpstr>
      <vt:lpstr>REST API 상세(location/favorite/add)</vt:lpstr>
      <vt:lpstr>REST API 상세(location/favorite/remove)</vt:lpstr>
      <vt:lpstr>REST API 상세(fish/name)</vt:lpstr>
      <vt:lpstr>REST API 상세(fish/location)</vt:lpstr>
      <vt:lpstr>REST API 상세(fish/weather)</vt:lpstr>
      <vt:lpstr>REST API 상세(fishlist)</vt:lpstr>
      <vt:lpstr>REST API 상세(weather/chart)</vt:lpstr>
      <vt:lpstr>REST API 상세(admin/fetchData)</vt:lpstr>
      <vt:lpstr>REST API 상세(admin/fishlistAll)</vt:lpstr>
      <vt:lpstr>REST API 상세(admin/modifyFishDetail)</vt:lpstr>
      <vt:lpstr>REST API 상세(admin/removeFishDetail)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128</cp:revision>
  <dcterms:created xsi:type="dcterms:W3CDTF">2023-11-14T00:10:21Z</dcterms:created>
  <dcterms:modified xsi:type="dcterms:W3CDTF">2026-01-07T01:49:57Z</dcterms:modified>
</cp:coreProperties>
</file>