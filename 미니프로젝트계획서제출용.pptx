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391" r:id="rId24"/>
    <p:sldId id="426" r:id="rId25"/>
    <p:sldId id="427" r:id="rId26"/>
    <p:sldId id="428" r:id="rId27"/>
    <p:sldId id="429" r:id="rId28"/>
    <p:sldId id="430" r:id="rId29"/>
    <p:sldId id="431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439" r:id="rId38"/>
    <p:sldId id="440" r:id="rId39"/>
    <p:sldId id="441" r:id="rId40"/>
    <p:sldId id="442" r:id="rId41"/>
    <p:sldId id="443" r:id="rId42"/>
    <p:sldId id="392" r:id="rId43"/>
    <p:sldId id="393" r:id="rId44"/>
    <p:sldId id="394" r:id="rId45"/>
    <p:sldId id="416" r:id="rId46"/>
    <p:sldId id="417" r:id="rId47"/>
    <p:sldId id="419" r:id="rId48"/>
    <p:sldId id="420" r:id="rId49"/>
    <p:sldId id="421" r:id="rId50"/>
    <p:sldId id="424" r:id="rId51"/>
    <p:sldId id="423" r:id="rId52"/>
    <p:sldId id="425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 varScale="1">
        <p:scale>
          <a:sx n="105" d="100"/>
          <a:sy n="105" d="100"/>
        </p:scale>
        <p:origin x="-1243" y="-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xmlns="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 xmlns="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xmlns="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ko-KR" altLang="en-US" dirty="0"/>
              <a:t/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/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xmlns="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xmlns="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xmlns="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xmlns="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xmlns="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xmlns="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xmlns="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xmlns="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xmlns="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xmlns="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xmlns="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86409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xmlns="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xmlns="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xmlns="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xmlns="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xmlns="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xmlns="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xmlns="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xmlns="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xmlns="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xmlns="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94844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30216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/v1/weather/{location}/{date}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날씨</a:t>
                      </a:r>
                      <a:r>
                        <a:rPr lang="en-US" altLang="ko-KR" sz="1200" dirty="0"/>
                        <a:t>)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/v1/fish/{name}/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 선택을 통한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09307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420204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=&amp;password=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:</a:t>
                      </a:r>
                      <a:r>
                        <a:rPr lang="ko-KR" altLang="en-US" sz="1200" b="0" dirty="0" smtClean="0"/>
                        <a:t>아이디</a:t>
                      </a:r>
                      <a:r>
                        <a:rPr lang="en-US" altLang="ko-KR" sz="1200" b="0" dirty="0" smtClean="0"/>
                        <a:t>, password:</a:t>
                      </a:r>
                      <a:r>
                        <a:rPr lang="ko-KR" altLang="en-US" sz="1200" b="0" dirty="0" smtClean="0"/>
                        <a:t>비밀번호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 smtClean="0"/>
                        <a:t>{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 : ””, Username : ””, Email : “”, Role : “”, enabled</a:t>
                      </a:r>
                      <a:r>
                        <a:rPr lang="en-US" altLang="ko-KR" sz="1200" b="0" baseline="0" dirty="0" smtClean="0"/>
                        <a:t> : “”</a:t>
                      </a:r>
                      <a:r>
                        <a:rPr lang="en-US" altLang="ko-KR" sz="1200" b="0" dirty="0" smtClean="0"/>
                        <a:t>}</a:t>
                      </a:r>
                      <a:endParaRPr lang="en-US" altLang="ko-KR" sz="1200" b="0" dirty="0"/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8996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076079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google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err="1" smtClean="0"/>
                        <a:t>구글계정정보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data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 : ””, Username : ””, Email : “”, Role : “”, enabled</a:t>
                      </a:r>
                      <a:r>
                        <a:rPr lang="en-US" altLang="ko-KR" sz="1200" b="0" baseline="0" dirty="0" smtClean="0"/>
                        <a:t> : “”</a:t>
                      </a:r>
                      <a:r>
                        <a:rPr lang="en-US" altLang="ko-KR" sz="1200" b="0" dirty="0" smtClean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3095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868299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naver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err="1" smtClean="0"/>
                        <a:t>네이버계정정보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data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 : ””, Username : ””, Email : “”, Role : “”, enabled</a:t>
                      </a:r>
                      <a:r>
                        <a:rPr lang="en-US" altLang="ko-KR" sz="1200" b="0" baseline="0" dirty="0" smtClean="0"/>
                        <a:t> : “”</a:t>
                      </a:r>
                      <a:r>
                        <a:rPr lang="en-US" altLang="ko-KR" sz="1200" b="0" dirty="0" smtClean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66885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928593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kakao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smtClean="0"/>
                        <a:t>카카오계정정보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“”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data : {</a:t>
                      </a:r>
                      <a:r>
                        <a:rPr lang="en-US" altLang="ko-KR" sz="1200" b="0" dirty="0" err="1" smtClean="0"/>
                        <a:t>jwtToken</a:t>
                      </a:r>
                      <a:r>
                        <a:rPr lang="en-US" altLang="ko-KR" sz="1200" b="0" dirty="0" smtClean="0"/>
                        <a:t>} =&gt;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dirty="0" smtClean="0"/>
                        <a:t>{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 : ””, Username : ””, Email : “”, Role : “”, enabled</a:t>
                      </a:r>
                      <a:r>
                        <a:rPr lang="en-US" altLang="ko-KR" sz="1200" b="0" baseline="0" dirty="0" smtClean="0"/>
                        <a:t> : “”</a:t>
                      </a:r>
                      <a:r>
                        <a:rPr lang="en-US" altLang="ko-KR" sz="1200" b="0" dirty="0" smtClean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7625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62805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smtClean="0"/>
                        <a:t>신규아이디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</a:t>
                      </a:r>
                      <a:r>
                        <a:rPr lang="en-US" altLang="ko-KR" sz="1200" b="0" dirty="0"/>
                        <a:t>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98354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204401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?email=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err="1" smtClean="0"/>
                        <a:t>신규이메일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97618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9777178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google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err="1" smtClean="0"/>
                        <a:t>신규구글계정정보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59742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820426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naver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err="1" smtClean="0"/>
                        <a:t>신규네이버계정정보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719824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22321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kakao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text : </a:t>
                      </a:r>
                      <a:r>
                        <a:rPr lang="ko-KR" altLang="en-US" sz="1200" b="0" dirty="0" smtClean="0"/>
                        <a:t>신규카카오계정정보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54197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110764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=&amp;password=&amp;username=&amp;email=&amp;</a:t>
                      </a:r>
                      <a:r>
                        <a:rPr lang="en-US" altLang="ko-KR" sz="1200" b="0" dirty="0" err="1" smtClean="0"/>
                        <a:t>google</a:t>
                      </a:r>
                      <a:r>
                        <a:rPr lang="en-US" altLang="ko-KR" sz="1200" b="0" dirty="0" smtClean="0"/>
                        <a:t>=&amp;</a:t>
                      </a:r>
                      <a:r>
                        <a:rPr lang="en-US" altLang="ko-KR" sz="1200" b="0" dirty="0" err="1" smtClean="0"/>
                        <a:t>naver</a:t>
                      </a:r>
                      <a:r>
                        <a:rPr lang="en-US" altLang="ko-KR" sz="1200" b="0" dirty="0" smtClean="0"/>
                        <a:t>=&amp;</a:t>
                      </a:r>
                      <a:r>
                        <a:rPr lang="en-US" altLang="ko-KR" sz="1200" b="0" dirty="0" err="1" smtClean="0"/>
                        <a:t>kakao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 smtClean="0"/>
                        <a:t>userid</a:t>
                      </a:r>
                      <a:r>
                        <a:rPr lang="en-US" altLang="ko-KR" sz="1200" b="0" dirty="0" smtClean="0"/>
                        <a:t>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smtClean="0"/>
                        <a:t>아이디</a:t>
                      </a:r>
                      <a:r>
                        <a:rPr lang="en-US" altLang="ko-KR" sz="1200" b="0" dirty="0" smtClean="0"/>
                        <a:t>, password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smtClean="0"/>
                        <a:t>비밀번호</a:t>
                      </a:r>
                      <a:r>
                        <a:rPr lang="en-US" altLang="ko-KR" sz="1200" b="0" dirty="0" smtClean="0"/>
                        <a:t>, username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smtClean="0"/>
                        <a:t>이름</a:t>
                      </a:r>
                      <a:r>
                        <a:rPr lang="en-US" altLang="ko-KR" sz="1200" b="0" dirty="0" smtClean="0"/>
                        <a:t>, email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err="1" smtClean="0"/>
                        <a:t>이메일</a:t>
                      </a:r>
                      <a:r>
                        <a:rPr lang="en-US" altLang="ko-KR" sz="1200" b="0" dirty="0" smtClean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 smtClean="0"/>
                        <a:t>google</a:t>
                      </a:r>
                      <a:r>
                        <a:rPr lang="en-US" altLang="ko-KR" sz="1200" b="0" dirty="0" smtClean="0"/>
                        <a:t>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err="1" smtClean="0"/>
                        <a:t>구글계정정보</a:t>
                      </a:r>
                      <a:r>
                        <a:rPr lang="en-US" altLang="ko-KR" sz="1200" b="0" dirty="0" smtClean="0"/>
                        <a:t>, </a:t>
                      </a:r>
                      <a:r>
                        <a:rPr lang="en-US" altLang="ko-KR" sz="1200" b="0" dirty="0" err="1" smtClean="0"/>
                        <a:t>naver</a:t>
                      </a:r>
                      <a:r>
                        <a:rPr lang="en-US" altLang="ko-KR" sz="1200" b="0" dirty="0" smtClean="0"/>
                        <a:t>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err="1" smtClean="0"/>
                        <a:t>네이버계정정보</a:t>
                      </a:r>
                      <a:r>
                        <a:rPr lang="en-US" altLang="ko-KR" sz="1200" b="0" dirty="0" smtClean="0"/>
                        <a:t>, </a:t>
                      </a:r>
                      <a:r>
                        <a:rPr lang="en-US" altLang="ko-KR" sz="1200" b="0" dirty="0" err="1" smtClean="0"/>
                        <a:t>kakao</a:t>
                      </a:r>
                      <a:r>
                        <a:rPr lang="en-US" altLang="ko-KR" sz="1200" b="0" dirty="0" smtClean="0"/>
                        <a:t> </a:t>
                      </a:r>
                      <a:r>
                        <a:rPr lang="en-US" altLang="ko-KR" sz="1200" b="0" dirty="0"/>
                        <a:t>: </a:t>
                      </a:r>
                      <a:r>
                        <a:rPr lang="ko-KR" altLang="en-US" sz="1200" b="0" dirty="0" smtClean="0"/>
                        <a:t>카카오계정정보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</a:t>
                      </a:r>
                      <a:r>
                        <a:rPr lang="en-US" altLang="ko-KR" sz="1200" b="0" dirty="0"/>
                        <a:t>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64760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07030"/>
              </p:ext>
            </p:extLst>
          </p:nvPr>
        </p:nvGraphicFramePr>
        <p:xfrm>
          <a:off x="1098744" y="2677343"/>
          <a:ext cx="10515602" cy="422587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:[{</a:t>
                      </a:r>
                      <a:r>
                        <a:rPr lang="en-US" altLang="ko-KR" sz="1200" b="0" dirty="0" err="1" smtClean="0"/>
                        <a:t>area_no</a:t>
                      </a:r>
                      <a:r>
                        <a:rPr lang="en-US" altLang="ko-KR" sz="1200" b="0" dirty="0" smtClean="0"/>
                        <a:t> : </a:t>
                      </a:r>
                      <a:r>
                        <a:rPr lang="ko-KR" altLang="en-US" sz="1200" b="0" dirty="0" smtClean="0"/>
                        <a:t>권역고유번호</a:t>
                      </a:r>
                      <a:r>
                        <a:rPr lang="en-US" altLang="ko-KR" sz="1200" b="0" dirty="0" smtClean="0"/>
                        <a:t>, </a:t>
                      </a:r>
                      <a:r>
                        <a:rPr lang="en-US" altLang="ko-KR" sz="1200" b="0" dirty="0" err="1" smtClean="0"/>
                        <a:t>area_name</a:t>
                      </a:r>
                      <a:r>
                        <a:rPr lang="en-US" altLang="ko-KR" sz="1200" b="0" dirty="0" smtClean="0"/>
                        <a:t> :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ko-KR" altLang="en-US" sz="1200" b="0" baseline="0" dirty="0" smtClean="0"/>
                        <a:t>권역이름</a:t>
                      </a:r>
                      <a:r>
                        <a:rPr lang="en-US" altLang="ko-KR" sz="1200" b="0" baseline="0" dirty="0" smtClean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 smtClean="0"/>
                        <a:t>center_lat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표시중심좌표</a:t>
                      </a:r>
                      <a:r>
                        <a:rPr lang="en-US" altLang="ko-KR" sz="1200" b="0" baseline="0" dirty="0" smtClean="0"/>
                        <a:t>, </a:t>
                      </a:r>
                      <a:r>
                        <a:rPr lang="en-US" altLang="ko-KR" sz="1200" b="0" baseline="0" dirty="0" err="1" smtClean="0"/>
                        <a:t>center_lng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표시중심좌표</a:t>
                      </a:r>
                      <a:r>
                        <a:rPr lang="en-US" altLang="ko-KR" sz="1200" b="0" baseline="0" dirty="0" smtClean="0"/>
                        <a:t>, radius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표시원반지름</a:t>
                      </a:r>
                      <a:r>
                        <a:rPr lang="en-US" altLang="ko-KR" sz="1200" b="0" baseline="0" dirty="0" smtClean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 smtClean="0"/>
                        <a:t>fillcolor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표시색상</a:t>
                      </a:r>
                      <a:r>
                        <a:rPr lang="en-US" altLang="ko-KR" sz="1200" b="0" baseline="0" dirty="0" smtClean="0"/>
                        <a:t>, level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err="1" smtClean="0"/>
                        <a:t>선택시화면확대비율</a:t>
                      </a:r>
                      <a:r>
                        <a:rPr lang="en-US" altLang="ko-KR" sz="1200" b="0" baseline="0" dirty="0" smtClean="0"/>
                        <a:t>}….</a:t>
                      </a:r>
                      <a:r>
                        <a:rPr lang="en-US" altLang="ko-KR" sz="1200" b="0" dirty="0" smtClean="0"/>
                        <a:t>]</a:t>
                      </a:r>
                      <a:endParaRPr lang="en-US" altLang="ko-KR" sz="1200" b="0" dirty="0"/>
                    </a:p>
                    <a:p>
                      <a:pPr latinLnBrk="1"/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error </a:t>
                      </a:r>
                      <a:r>
                        <a:rPr lang="en-US" altLang="ko-KR" sz="1200" b="0" dirty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4697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9153973"/>
              </p:ext>
            </p:extLst>
          </p:nvPr>
        </p:nvGraphicFramePr>
        <p:xfrm>
          <a:off x="1098744" y="2677343"/>
          <a:ext cx="10515602" cy="404299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</a:t>
                      </a:r>
                      <a:r>
                        <a:rPr lang="en-US" altLang="ko-KR" sz="1200" b="0" dirty="0"/>
                        <a:t>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</a:t>
                      </a:r>
                      <a:r>
                        <a:rPr lang="en-US" altLang="ko-KR" sz="1200" b="0" dirty="0" smtClean="0"/>
                        <a:t>data :[{</a:t>
                      </a:r>
                      <a:r>
                        <a:rPr lang="en-US" altLang="ko-KR" sz="1200" b="0" dirty="0" err="1" smtClean="0"/>
                        <a:t>location_no</a:t>
                      </a:r>
                      <a:r>
                        <a:rPr lang="en-US" altLang="ko-KR" sz="1200" b="0" dirty="0" smtClean="0"/>
                        <a:t> : </a:t>
                      </a:r>
                      <a:r>
                        <a:rPr lang="ko-KR" altLang="en-US" sz="1200" b="0" dirty="0" smtClean="0"/>
                        <a:t>위치고유번호</a:t>
                      </a:r>
                      <a:r>
                        <a:rPr lang="en-US" altLang="ko-KR" sz="1200" b="0" dirty="0" smtClean="0"/>
                        <a:t>, name :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ko-KR" altLang="en-US" sz="1200" b="0" baseline="0" dirty="0" err="1" smtClean="0"/>
                        <a:t>위치명</a:t>
                      </a:r>
                      <a:r>
                        <a:rPr lang="en-US" altLang="ko-KR" sz="1200" b="0" baseline="0" dirty="0" smtClean="0"/>
                        <a:t>, </a:t>
                      </a:r>
                      <a:r>
                        <a:rPr lang="en-US" altLang="ko-KR" sz="1200" b="0" baseline="0" dirty="0" err="1" smtClean="0"/>
                        <a:t>lat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좌표</a:t>
                      </a:r>
                      <a:r>
                        <a:rPr lang="en-US" altLang="ko-KR" sz="1200" b="0" baseline="0" dirty="0" smtClean="0"/>
                        <a:t>, lot </a:t>
                      </a:r>
                      <a:r>
                        <a:rPr lang="en-US" altLang="ko-KR" sz="1200" b="0" baseline="0" dirty="0"/>
                        <a:t>: </a:t>
                      </a:r>
                      <a:r>
                        <a:rPr lang="ko-KR" altLang="en-US" sz="1200" b="0" baseline="0" dirty="0" smtClean="0"/>
                        <a:t>좌표</a:t>
                      </a:r>
                      <a:r>
                        <a:rPr lang="en-US" altLang="ko-KR" sz="1200" b="0" baseline="0" dirty="0" smtClean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 smtClean="0"/>
                        <a:t>area_no</a:t>
                      </a:r>
                      <a:r>
                        <a:rPr lang="en-US" altLang="ko-KR" sz="1200" b="0" baseline="0" dirty="0" smtClean="0"/>
                        <a:t> : </a:t>
                      </a:r>
                      <a:r>
                        <a:rPr lang="ko-KR" altLang="en-US" sz="1200" b="0" baseline="0" dirty="0" smtClean="0"/>
                        <a:t>권역고유번호</a:t>
                      </a:r>
                      <a:r>
                        <a:rPr lang="en-US" altLang="ko-KR" sz="1200" b="0" baseline="0" dirty="0" smtClean="0"/>
                        <a:t>, </a:t>
                      </a:r>
                      <a:r>
                        <a:rPr lang="en-US" altLang="ko-KR" sz="1200" b="0" baseline="0" dirty="0" err="1" smtClean="0"/>
                        <a:t>area_name</a:t>
                      </a:r>
                      <a:r>
                        <a:rPr lang="en-US" altLang="ko-KR" sz="1200" b="0" baseline="0" dirty="0" smtClean="0"/>
                        <a:t> : </a:t>
                      </a:r>
                      <a:r>
                        <a:rPr lang="ko-KR" altLang="en-US" sz="1200" b="0" baseline="0" dirty="0" smtClean="0"/>
                        <a:t>권역이름</a:t>
                      </a:r>
                      <a:r>
                        <a:rPr lang="en-US" altLang="ko-KR" sz="1200" b="0" baseline="0" dirty="0" smtClean="0"/>
                        <a:t>}….</a:t>
                      </a:r>
                      <a:r>
                        <a:rPr lang="en-US" altLang="ko-KR" sz="1200" b="0" dirty="0" smtClean="0"/>
                        <a:t>]</a:t>
                      </a:r>
                      <a:endParaRPr lang="en-US" altLang="ko-KR" sz="1200" b="0" dirty="0"/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72666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046339"/>
              </p:ext>
            </p:extLst>
          </p:nvPr>
        </p:nvGraphicFramePr>
        <p:xfrm>
          <a:off x="1098744" y="2677343"/>
          <a:ext cx="10515602" cy="404299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?area=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smtClean="0"/>
                        <a:t>number : </a:t>
                      </a:r>
                      <a:r>
                        <a:rPr lang="ko-KR" altLang="en-US" sz="1200" b="0" dirty="0" smtClean="0"/>
                        <a:t>권역고유번호</a:t>
                      </a:r>
                      <a:r>
                        <a:rPr lang="en-US" altLang="ko-KR" sz="1200" b="0" dirty="0" smtClean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“” 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data :[{</a:t>
                      </a:r>
                      <a:r>
                        <a:rPr lang="en-US" altLang="ko-KR" sz="1200" b="0" dirty="0" err="1" smtClean="0"/>
                        <a:t>location_no</a:t>
                      </a:r>
                      <a:r>
                        <a:rPr lang="en-US" altLang="ko-KR" sz="1200" b="0" dirty="0" smtClean="0"/>
                        <a:t> : </a:t>
                      </a:r>
                      <a:r>
                        <a:rPr lang="ko-KR" altLang="en-US" sz="1200" b="0" dirty="0" smtClean="0"/>
                        <a:t>위치고유번호</a:t>
                      </a:r>
                      <a:r>
                        <a:rPr lang="en-US" altLang="ko-KR" sz="1200" b="0" dirty="0" smtClean="0"/>
                        <a:t>, name :</a:t>
                      </a:r>
                      <a:r>
                        <a:rPr lang="en-US" altLang="ko-KR" sz="1200" b="0" baseline="0" dirty="0" smtClean="0"/>
                        <a:t> </a:t>
                      </a:r>
                      <a:r>
                        <a:rPr lang="ko-KR" altLang="en-US" sz="1200" b="0" baseline="0" dirty="0" err="1" smtClean="0"/>
                        <a:t>위치명</a:t>
                      </a:r>
                      <a:r>
                        <a:rPr lang="en-US" altLang="ko-KR" sz="1200" b="0" baseline="0" dirty="0" smtClean="0"/>
                        <a:t>, </a:t>
                      </a:r>
                      <a:r>
                        <a:rPr lang="en-US" altLang="ko-KR" sz="1200" b="0" baseline="0" dirty="0" err="1" smtClean="0"/>
                        <a:t>lat</a:t>
                      </a:r>
                      <a:r>
                        <a:rPr lang="en-US" altLang="ko-KR" sz="1200" b="0" baseline="0" dirty="0" smtClean="0"/>
                        <a:t> : </a:t>
                      </a:r>
                      <a:r>
                        <a:rPr lang="ko-KR" altLang="en-US" sz="1200" b="0" baseline="0" dirty="0" smtClean="0"/>
                        <a:t>좌표</a:t>
                      </a:r>
                      <a:r>
                        <a:rPr lang="en-US" altLang="ko-KR" sz="1200" b="0" baseline="0" dirty="0" smtClean="0"/>
                        <a:t>, lot : </a:t>
                      </a:r>
                      <a:r>
                        <a:rPr lang="ko-KR" altLang="en-US" sz="1200" b="0" baseline="0" dirty="0" smtClean="0"/>
                        <a:t>좌표</a:t>
                      </a:r>
                      <a:r>
                        <a:rPr lang="en-US" altLang="ko-KR" sz="1200" b="0" baseline="0" dirty="0" smtClean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 smtClean="0"/>
                        <a:t>area_no</a:t>
                      </a:r>
                      <a:r>
                        <a:rPr lang="en-US" altLang="ko-KR" sz="1200" b="0" baseline="0" dirty="0" smtClean="0"/>
                        <a:t> : </a:t>
                      </a:r>
                      <a:r>
                        <a:rPr lang="ko-KR" altLang="en-US" sz="1200" b="0" baseline="0" dirty="0" smtClean="0"/>
                        <a:t>권역고유번호</a:t>
                      </a:r>
                      <a:r>
                        <a:rPr lang="en-US" altLang="ko-KR" sz="1200" b="0" baseline="0" dirty="0" smtClean="0"/>
                        <a:t>, </a:t>
                      </a:r>
                      <a:r>
                        <a:rPr lang="en-US" altLang="ko-KR" sz="1200" b="0" baseline="0" dirty="0" err="1" smtClean="0"/>
                        <a:t>area_name</a:t>
                      </a:r>
                      <a:r>
                        <a:rPr lang="en-US" altLang="ko-KR" sz="1200" b="0" baseline="0" dirty="0" smtClean="0"/>
                        <a:t> : </a:t>
                      </a:r>
                      <a:r>
                        <a:rPr lang="ko-KR" altLang="en-US" sz="1200" b="0" baseline="0" dirty="0" smtClean="0"/>
                        <a:t>권역이름</a:t>
                      </a:r>
                      <a:r>
                        <a:rPr lang="en-US" altLang="ko-KR" sz="1200" b="0" baseline="0" dirty="0" smtClean="0"/>
                        <a:t>}….</a:t>
                      </a:r>
                      <a:r>
                        <a:rPr lang="en-US" altLang="ko-KR" sz="1200" b="0" dirty="0" smtClean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87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821780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?user=&amp;</a:t>
                      </a:r>
                      <a:r>
                        <a:rPr lang="en-US" altLang="ko-KR" sz="1200" b="0" dirty="0" err="1" smtClean="0"/>
                        <a:t>location_name</a:t>
                      </a:r>
                      <a:r>
                        <a:rPr lang="en-US" altLang="ko-KR" sz="1200" b="0" dirty="0" smtClean="0"/>
                        <a:t>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{number</a:t>
                      </a:r>
                      <a:r>
                        <a:rPr lang="en-US" altLang="ko-KR" sz="1200" b="0" baseline="0" dirty="0" smtClean="0"/>
                        <a:t> : </a:t>
                      </a:r>
                      <a:r>
                        <a:rPr lang="ko-KR" altLang="en-US" sz="1200" b="0" baseline="0" dirty="0" smtClean="0"/>
                        <a:t>회원고유번호</a:t>
                      </a:r>
                      <a:r>
                        <a:rPr lang="en-US" altLang="ko-KR" sz="1200" b="0" baseline="0" dirty="0" smtClean="0"/>
                        <a:t>, text : </a:t>
                      </a:r>
                      <a:r>
                        <a:rPr lang="ko-KR" altLang="en-US" sz="1200" b="0" baseline="0" dirty="0" err="1" smtClean="0"/>
                        <a:t>위치명</a:t>
                      </a:r>
                      <a:r>
                        <a:rPr lang="en-US" altLang="ko-KR" sz="1200" b="0" baseline="0" dirty="0" smtClean="0"/>
                        <a:t>}</a:t>
                      </a:r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“” 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data :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0758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 smtClean="0"/>
                        <a:t>api</a:t>
                      </a:r>
                      <a:r>
                        <a:rPr lang="en-US" altLang="ko-KR" sz="1200" dirty="0" smtClean="0"/>
                        <a:t>/v1/weather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및 날짜 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280249"/>
              </p:ext>
            </p:extLst>
          </p:nvPr>
        </p:nvGraphicFramePr>
        <p:xfrm>
          <a:off x="1098744" y="2677343"/>
          <a:ext cx="10515602" cy="3860118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?location=&amp;date=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{number : </a:t>
                      </a:r>
                      <a:r>
                        <a:rPr lang="ko-KR" altLang="en-US" sz="1200" b="0" dirty="0" smtClean="0"/>
                        <a:t>위치 고유번호</a:t>
                      </a:r>
                      <a:r>
                        <a:rPr lang="en-US" altLang="ko-KR" sz="1200" b="0" dirty="0" smtClean="0"/>
                        <a:t>, text : </a:t>
                      </a:r>
                      <a:r>
                        <a:rPr lang="ko-KR" altLang="en-US" sz="1200" b="0" dirty="0" smtClean="0"/>
                        <a:t>날짜</a:t>
                      </a:r>
                      <a:r>
                        <a:rPr lang="en-US" altLang="ko-KR" sz="1200" b="0" dirty="0" smtClean="0"/>
                        <a:t>(</a:t>
                      </a:r>
                      <a:r>
                        <a:rPr lang="en-US" altLang="ko-KR" sz="1200" b="0" dirty="0" err="1" smtClean="0"/>
                        <a:t>yyyy</a:t>
                      </a:r>
                      <a:r>
                        <a:rPr lang="en-US" altLang="ko-KR" sz="1200" b="0" dirty="0" smtClean="0"/>
                        <a:t>-MM-</a:t>
                      </a:r>
                      <a:r>
                        <a:rPr lang="en-US" altLang="ko-KR" sz="1200" b="0" dirty="0" err="1" smtClean="0"/>
                        <a:t>dd</a:t>
                      </a:r>
                      <a:r>
                        <a:rPr lang="en-US" altLang="ko-KR" sz="1200" b="0" dirty="0" smtClean="0"/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smtClean="0"/>
                        <a:t>{success : “” </a:t>
                      </a:r>
                      <a:br>
                        <a:rPr lang="en-US" altLang="ko-KR" sz="1200" b="0" dirty="0" smtClean="0"/>
                      </a:br>
                      <a:r>
                        <a:rPr lang="en-US" altLang="ko-KR" sz="1200" b="0" dirty="0" smtClean="0"/>
                        <a:t> data :[{</a:t>
                      </a:r>
                      <a:r>
                        <a:rPr lang="en-US" altLang="ko-KR" sz="1200" b="0" dirty="0" err="1" smtClean="0"/>
                        <a:t>weather_table_row</a:t>
                      </a:r>
                      <a:r>
                        <a:rPr lang="en-US" altLang="ko-KR" sz="1200" b="0" baseline="0" dirty="0" smtClean="0"/>
                        <a:t>, </a:t>
                      </a:r>
                      <a:r>
                        <a:rPr lang="en-US" altLang="ko-KR" sz="1200" b="0" baseline="0" dirty="0" err="1" smtClean="0"/>
                        <a:t>fish_list</a:t>
                      </a:r>
                      <a:r>
                        <a:rPr lang="en-US" altLang="ko-KR" sz="1200" b="0" baseline="0" dirty="0" smtClean="0"/>
                        <a:t> : [</a:t>
                      </a:r>
                      <a:r>
                        <a:rPr lang="en-US" altLang="ko-KR" sz="1200" b="0" baseline="0" dirty="0" err="1" smtClean="0"/>
                        <a:t>fish_table_row</a:t>
                      </a:r>
                      <a:r>
                        <a:rPr lang="en-US" altLang="ko-KR" sz="1200" b="0" baseline="0" dirty="0" smtClean="0"/>
                        <a:t>….]</a:t>
                      </a:r>
                      <a:r>
                        <a:rPr lang="en-US" altLang="ko-KR" sz="1200" b="0" dirty="0" smtClean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 smtClean="0"/>
                        <a:t> “error” : “”}</a:t>
                      </a:r>
                      <a:endParaRPr lang="ko-KR" altLang="en-US" sz="1200" b="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 smtClean="0"/>
                        <a:t>weather</a:t>
                      </a:r>
                      <a:r>
                        <a:rPr lang="ko-KR" altLang="en-US" sz="1200" b="0" baseline="0" dirty="0" smtClean="0"/>
                        <a:t> 테이블 참고</a:t>
                      </a:r>
                      <a:r>
                        <a:rPr lang="en-US" altLang="ko-KR" sz="1200" b="0" baseline="0" dirty="0" smtClean="0"/>
                        <a:t/>
                      </a:r>
                      <a:br>
                        <a:rPr lang="en-US" altLang="ko-KR" sz="1200" b="0" baseline="0" dirty="0" smtClean="0"/>
                      </a:br>
                      <a:r>
                        <a:rPr lang="en-US" altLang="ko-KR" sz="1200" b="0" baseline="0" dirty="0" smtClean="0"/>
                        <a:t>fish </a:t>
                      </a:r>
                      <a:r>
                        <a:rPr lang="ko-KR" altLang="en-US" sz="1200" b="0" baseline="0" dirty="0" smtClean="0"/>
                        <a:t>테이블 참고</a:t>
                      </a:r>
                      <a:endParaRPr lang="ko-KR" altLang="en-US" sz="12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895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349592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4784603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011431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321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날씨</a:t>
                      </a:r>
                      <a:r>
                        <a:rPr lang="en-US" altLang="ko-KR" sz="1200" dirty="0"/>
                        <a:t>)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614936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xmlns="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68970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xmlns="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/v1/fish/{name}/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 선택을 통한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xmlns="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6447390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xmlns="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xmlns="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xmlns="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xmlns="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xmlns="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335077"/>
              </p:ext>
            </p:extLst>
          </p:nvPr>
        </p:nvGraphicFramePr>
        <p:xfrm>
          <a:off x="1043987" y="1416389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xmlns="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xmlns="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3165630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xmlns="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xmlns="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xmlns="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xmlns="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xmlns="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xmlns="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xmlns="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2568</Words>
  <Application>Microsoft Office PowerPoint</Application>
  <PresentationFormat>사용자 지정</PresentationFormat>
  <Paragraphs>1258</Paragraphs>
  <Slides>52</Slides>
  <Notes>2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3" baseType="lpstr"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REST API 상세 명세</vt:lpstr>
      <vt:lpstr>Database 설계</vt:lpstr>
      <vt:lpstr>ERD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  <vt:lpstr>Table 명세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박민규</cp:lastModifiedBy>
  <cp:revision>72</cp:revision>
  <dcterms:created xsi:type="dcterms:W3CDTF">2023-11-14T00:10:21Z</dcterms:created>
  <dcterms:modified xsi:type="dcterms:W3CDTF">2025-12-29T13:56:39Z</dcterms:modified>
</cp:coreProperties>
</file>