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77"/>
  </p:notesMasterIdLst>
  <p:handoutMasterIdLst>
    <p:handoutMasterId r:id="rId78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463" r:id="rId25"/>
    <p:sldId id="391" r:id="rId26"/>
    <p:sldId id="426" r:id="rId27"/>
    <p:sldId id="427" r:id="rId28"/>
    <p:sldId id="428" r:id="rId29"/>
    <p:sldId id="429" r:id="rId30"/>
    <p:sldId id="430" r:id="rId31"/>
    <p:sldId id="431" r:id="rId32"/>
    <p:sldId id="432" r:id="rId33"/>
    <p:sldId id="433" r:id="rId34"/>
    <p:sldId id="434" r:id="rId35"/>
    <p:sldId id="444" r:id="rId36"/>
    <p:sldId id="435" r:id="rId37"/>
    <p:sldId id="436" r:id="rId38"/>
    <p:sldId id="437" r:id="rId39"/>
    <p:sldId id="438" r:id="rId40"/>
    <p:sldId id="446" r:id="rId41"/>
    <p:sldId id="447" r:id="rId42"/>
    <p:sldId id="448" r:id="rId43"/>
    <p:sldId id="440" r:id="rId44"/>
    <p:sldId id="441" r:id="rId45"/>
    <p:sldId id="442" r:id="rId46"/>
    <p:sldId id="443" r:id="rId47"/>
    <p:sldId id="449" r:id="rId48"/>
    <p:sldId id="451" r:id="rId49"/>
    <p:sldId id="452" r:id="rId50"/>
    <p:sldId id="453" r:id="rId51"/>
    <p:sldId id="454" r:id="rId52"/>
    <p:sldId id="455" r:id="rId53"/>
    <p:sldId id="456" r:id="rId54"/>
    <p:sldId id="457" r:id="rId55"/>
    <p:sldId id="458" r:id="rId56"/>
    <p:sldId id="461" r:id="rId57"/>
    <p:sldId id="464" r:id="rId58"/>
    <p:sldId id="465" r:id="rId59"/>
    <p:sldId id="466" r:id="rId60"/>
    <p:sldId id="467" r:id="rId61"/>
    <p:sldId id="462" r:id="rId62"/>
    <p:sldId id="392" r:id="rId63"/>
    <p:sldId id="393" r:id="rId64"/>
    <p:sldId id="394" r:id="rId65"/>
    <p:sldId id="416" r:id="rId66"/>
    <p:sldId id="417" r:id="rId67"/>
    <p:sldId id="419" r:id="rId68"/>
    <p:sldId id="420" r:id="rId69"/>
    <p:sldId id="421" r:id="rId70"/>
    <p:sldId id="424" r:id="rId71"/>
    <p:sldId id="423" r:id="rId72"/>
    <p:sldId id="425" r:id="rId73"/>
    <p:sldId id="459" r:id="rId74"/>
    <p:sldId id="450" r:id="rId75"/>
    <p:sldId id="460" r:id="rId7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84083" autoAdjust="0"/>
  </p:normalViewPr>
  <p:slideViewPr>
    <p:cSldViewPr snapToGrid="0">
      <p:cViewPr varScale="1">
        <p:scale>
          <a:sx n="70" d="100"/>
          <a:sy n="70" d="100"/>
        </p:scale>
        <p:origin x="-67" y="-27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42" d="100"/>
          <a:sy n="142" d="100"/>
        </p:scale>
        <p:origin x="132" y="10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xmlns="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68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132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219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497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187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659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50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795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66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904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602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3" Type="http://schemas.openxmlformats.org/officeDocument/2006/relationships/slide" Target="slide26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2" Type="http://schemas.openxmlformats.org/officeDocument/2006/relationships/slide" Target="slide2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5" Type="http://schemas.openxmlformats.org/officeDocument/2006/relationships/slide" Target="slide28.xml"/><Relationship Id="rId10" Type="http://schemas.openxmlformats.org/officeDocument/2006/relationships/slide" Target="slide33.xml"/><Relationship Id="rId4" Type="http://schemas.openxmlformats.org/officeDocument/2006/relationships/slide" Target="slide27.xml"/><Relationship Id="rId9" Type="http://schemas.openxmlformats.org/officeDocument/2006/relationships/slide" Target="slide3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3" Type="http://schemas.openxmlformats.org/officeDocument/2006/relationships/slide" Target="slide37.xml"/><Relationship Id="rId7" Type="http://schemas.openxmlformats.org/officeDocument/2006/relationships/slide" Target="slide41.xml"/><Relationship Id="rId12" Type="http://schemas.openxmlformats.org/officeDocument/2006/relationships/slide" Target="slide46.xml"/><Relationship Id="rId2" Type="http://schemas.openxmlformats.org/officeDocument/2006/relationships/slide" Target="slide3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40.xml"/><Relationship Id="rId11" Type="http://schemas.openxmlformats.org/officeDocument/2006/relationships/slide" Target="slide45.xml"/><Relationship Id="rId5" Type="http://schemas.openxmlformats.org/officeDocument/2006/relationships/slide" Target="slide39.xml"/><Relationship Id="rId10" Type="http://schemas.openxmlformats.org/officeDocument/2006/relationships/slide" Target="slide44.xml"/><Relationship Id="rId4" Type="http://schemas.openxmlformats.org/officeDocument/2006/relationships/slide" Target="slide38.xml"/><Relationship Id="rId9" Type="http://schemas.openxmlformats.org/officeDocument/2006/relationships/slide" Target="slide4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53.xml"/><Relationship Id="rId3" Type="http://schemas.openxmlformats.org/officeDocument/2006/relationships/slide" Target="slide48.xml"/><Relationship Id="rId7" Type="http://schemas.openxmlformats.org/officeDocument/2006/relationships/slide" Target="slide52.xml"/><Relationship Id="rId2" Type="http://schemas.openxmlformats.org/officeDocument/2006/relationships/slide" Target="slide47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1.xml"/><Relationship Id="rId11" Type="http://schemas.openxmlformats.org/officeDocument/2006/relationships/slide" Target="slide56.xml"/><Relationship Id="rId5" Type="http://schemas.openxmlformats.org/officeDocument/2006/relationships/slide" Target="slide50.xml"/><Relationship Id="rId10" Type="http://schemas.openxmlformats.org/officeDocument/2006/relationships/slide" Target="slide55.xml"/><Relationship Id="rId4" Type="http://schemas.openxmlformats.org/officeDocument/2006/relationships/slide" Target="slide49.xml"/><Relationship Id="rId9" Type="http://schemas.openxmlformats.org/officeDocument/2006/relationships/slide" Target="slide5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slide" Target="slide57.xml"/><Relationship Id="rId1" Type="http://schemas.openxmlformats.org/officeDocument/2006/relationships/slideLayout" Target="../slideLayouts/slideLayout4.xml"/><Relationship Id="rId4" Type="http://schemas.openxmlformats.org/officeDocument/2006/relationships/slide" Target="slide5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fish_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emberlist?pageNo=1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6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UserEnabled?user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LogList?logType=All&amp;pageNo=1&amp;numOfRows=10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7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?count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/fish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/fishChart?location_no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fishDate?fish_name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fishListByDate?fish_name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ErrorLogTryAgain?log_no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xmlns="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xmlns="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xmlns="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xmlns="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xmlns="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xmlns="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xmlns="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xmlns="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xmlns="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xmlns="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860197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770725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464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68991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위치 별의 어종이름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34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어종이름으로 낚시 가능 날짜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fishListByDate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오종이름과 날짜로 낚시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9277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733869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2984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0700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5415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78538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348973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email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email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27084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70046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06551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270688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r>
                        <a:rPr lang="en-US" altLang="ko-KR" sz="1200" dirty="0"/>
                        <a:t/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r>
                        <a:rPr lang="en-US" altLang="ko-KR" sz="1200" dirty="0"/>
                        <a:t/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username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email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google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84082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6357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781880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/area?area_no=1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area_no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2862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7783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9572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355463"/>
              </p:ext>
            </p:extLst>
          </p:nvPr>
        </p:nvGraphicFramePr>
        <p:xfrm>
          <a:off x="1098744" y="2677343"/>
          <a:ext cx="10515602" cy="291411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200" b="0" baseline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04089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515605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705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90674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604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3527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?fish_name=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6152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13891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859045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</a:t>
                      </a:r>
                      <a:r>
                        <a:rPr lang="en-US" altLang="ko-KR" sz="1200" b="0" dirty="0" err="1">
                          <a:hlinkClick r:id="rId3"/>
                        </a:rPr>
                        <a:t>weather_date</a:t>
                      </a:r>
                      <a:r>
                        <a:rPr lang="en-US" altLang="ko-KR" sz="1200" b="0" dirty="0">
                          <a:hlinkClick r:id="rId3"/>
                        </a:rPr>
                        <a:t>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67109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memberlist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36174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82791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api/v1/admin/memberlist</a:t>
                      </a:r>
                      <a:r>
                        <a:rPr lang="en-US" altLang="ko-KR" sz="1200" b="0" dirty="0">
                          <a:hlinkClick r:id="rId3"/>
                        </a:rPr>
                        <a:t>?pageNo=1</a:t>
                      </a:r>
                      <a:r>
                        <a:rPr lang="en-US" altLang="ko-KR" sz="1200" b="0" dirty="0"/>
                        <a:t>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71546315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memberlist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items:[</a:t>
                      </a:r>
                      <a:r>
                        <a:rPr lang="en-US" altLang="ko-KR" sz="1200" b="0" dirty="0">
                          <a:hlinkClick r:id="rId4" action="ppaction://hlinksldjump"/>
                        </a:rPr>
                        <a:t>Member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sz="4000" dirty="0"/>
              <a:t>(admin/</a:t>
            </a:r>
            <a:r>
              <a:rPr lang="en-US" altLang="ko-KR" sz="4000" dirty="0" err="1"/>
              <a:t>modifyUserEnabled</a:t>
            </a:r>
            <a:r>
              <a:rPr lang="en-US" altLang="ko-KR" sz="40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535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399787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555039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user_no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</a:t>
                      </a:r>
                      <a:r>
                        <a:rPr lang="ko-KR" altLang="en-US" sz="1200" dirty="0"/>
                        <a:t>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api/v1/admin/modifyUserEnabled?user_no=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/false(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modifyUserEnabled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9018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smtClean="0"/>
              <a:t>admin/</a:t>
            </a:r>
            <a:r>
              <a:rPr lang="en-US" altLang="ko-KR" sz="4400" dirty="0" err="1" smtClean="0"/>
              <a:t>fetchLogList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884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오류확인용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116472"/>
              </p:ext>
            </p:extLst>
          </p:nvPr>
        </p:nvGraphicFramePr>
        <p:xfrm>
          <a:off x="1098744" y="2677343"/>
          <a:ext cx="10515602" cy="40113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logType</a:t>
                      </a:r>
                      <a:r>
                        <a:rPr lang="en-US" altLang="ko-KR" sz="1200" dirty="0"/>
                        <a:t>=(</a:t>
                      </a:r>
                      <a:r>
                        <a:rPr lang="en-US" altLang="ko-KR" sz="1200" dirty="0" err="1"/>
                        <a:t>All|Success|Error</a:t>
                      </a:r>
                      <a:r>
                        <a:rPr lang="en-US" altLang="ko-KR" sz="1200" dirty="0"/>
                        <a:t>)&amp;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api/v1/admin/FetchLogList</a:t>
                      </a:r>
                      <a:r>
                        <a:rPr lang="en-US" altLang="ko-KR" sz="1200" b="0" dirty="0">
                          <a:hlinkClick r:id="rId3"/>
                        </a:rPr>
                        <a:t>?logType=All&amp;pageNo=1&amp;numOfRows=10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items:[</a:t>
                      </a:r>
                      <a:r>
                        <a:rPr lang="en-US" altLang="ko-KR" sz="1200" b="0" dirty="0" err="1">
                          <a:hlinkClick r:id="rId4" action="ppaction://hlinksldjump"/>
                        </a:rPr>
                        <a:t>FetchDataLog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034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topPoint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638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119051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</a:t>
                      </a:r>
                      <a:endParaRPr lang="ko-KR" alt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fetch(`${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baseUrl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`,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headers: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});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542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topPoint</a:t>
            </a:r>
            <a:r>
              <a:rPr lang="en-US" altLang="ko-KR" dirty="0"/>
              <a:t>/</a:t>
            </a:r>
            <a:r>
              <a:rPr lang="en-US" altLang="ko-KR" dirty="0" err="1"/>
              <a:t>fishChart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79533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1887066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api/v1/fish/topPoint/fishChart?location_no=</a:t>
                      </a:r>
                      <a:r>
                        <a:rPr lang="ko-KR" altLang="en-US" sz="1200" dirty="0"/>
                        <a:t>위치 고유번호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fish_name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fishChart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3315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fishChart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995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위치 별의 어종이름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00290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api/v1/fish/fishChart?location_no=</a:t>
                      </a:r>
                      <a:r>
                        <a:rPr lang="ko-KR" altLang="en-US" sz="1200" dirty="0"/>
                        <a:t>위치 고유번호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fish_name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fishChart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0569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fishDate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1865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어종이름으로 낚시 가능 날짜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09392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api/v1/fish/fishDate?fish_name=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success : “” </a:t>
                      </a:r>
                      <a:b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data :[{"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": "2026-01-19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오전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"},….]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2046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fishListByDate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38839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fishListByDate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어종이름과 </a:t>
                      </a:r>
                      <a:r>
                        <a:rPr lang="ko-KR" altLang="en-US" sz="1200" dirty="0"/>
                        <a:t>날짜로 낚시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57617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검색할 날짜</a:t>
                      </a:r>
                      <a:r>
                        <a:rPr lang="en-US" altLang="ko-KR" sz="1200" b="0" dirty="0"/>
                        <a:t>(fish/</a:t>
                      </a:r>
                      <a:r>
                        <a:rPr lang="en-US" altLang="ko-KR" sz="1200" b="0" dirty="0" err="1"/>
                        <a:t>fishDate</a:t>
                      </a:r>
                      <a:r>
                        <a:rPr lang="ko-KR" altLang="en-US" sz="1200" b="0" dirty="0"/>
                        <a:t>에서 가져온 값을 사용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api/v1/fish/fishListByDate?fish_name=</a:t>
                      </a:r>
                      <a:r>
                        <a:rPr lang="ko-KR" altLang="en-US" sz="1200" dirty="0"/>
                        <a:t>물고기이름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weather_date</a:t>
                      </a:r>
                      <a:r>
                        <a:rPr lang="en-US" altLang="ko-KR" sz="1200" dirty="0"/>
                        <a:t>=‘2026-01-19 </a:t>
                      </a:r>
                      <a:r>
                        <a:rPr lang="ko-KR" altLang="en-US" sz="1200" dirty="0"/>
                        <a:t>오전</a:t>
                      </a:r>
                      <a:r>
                        <a:rPr lang="en-US" altLang="ko-KR" sz="1200" dirty="0"/>
                        <a:t>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 smtClean="0"/>
                        <a:t>weather_date</a:t>
                      </a:r>
                      <a:r>
                        <a:rPr lang="en-US" altLang="ko-KR" sz="1200" b="0" dirty="0" smtClean="0"/>
                        <a:t>: ‘2026-01-19 </a:t>
                      </a:r>
                      <a:r>
                        <a:rPr lang="ko-KR" altLang="en-US" sz="1200" b="0" dirty="0" smtClean="0"/>
                        <a:t>오전</a:t>
                      </a:r>
                      <a:r>
                        <a:rPr lang="en-US" altLang="ko-KR" sz="1200" b="0" dirty="0" smtClean="0"/>
                        <a:t>’}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fishListByDate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‘2026-01-19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오전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fish_no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seafsTgfshNm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tdlvHrScr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totalInex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lastScr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: , </a:t>
                      </a:r>
                      <a:r>
                        <a:rPr lang="en-US" altLang="ko-KR" sz="1200" b="0" dirty="0" err="1"/>
                        <a:t>lat</a:t>
                      </a:r>
                      <a:r>
                        <a:rPr lang="en-US" altLang="ko-KR" sz="1200" b="0" dirty="0"/>
                        <a:t>: , lot: , </a:t>
                      </a:r>
                      <a:r>
                        <a:rPr lang="en-US" altLang="ko-KR" sz="1200" b="0" dirty="0" err="1"/>
                        <a:t>seafsPstnNm</a:t>
                      </a:r>
                      <a:r>
                        <a:rPr lang="en-US" altLang="ko-KR" sz="1200" b="0" dirty="0"/>
                        <a:t>: },….]error”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06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smtClean="0"/>
              <a:t>admin/</a:t>
            </a:r>
            <a:r>
              <a:rPr lang="en-US" altLang="ko-KR" dirty="0" err="1" smtClean="0"/>
              <a:t>f</a:t>
            </a:r>
            <a:r>
              <a:rPr lang="en-US" altLang="ko-KR" sz="4400" dirty="0" err="1" smtClean="0"/>
              <a:t>etchErrorLogTryAgain</a:t>
            </a:r>
            <a:r>
              <a:rPr lang="en-US" altLang="ko-KR" sz="4400" dirty="0" smtClean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789486"/>
              </p:ext>
            </p:extLst>
          </p:nvPr>
        </p:nvGraphicFramePr>
        <p:xfrm>
          <a:off x="1098745" y="1813175"/>
          <a:ext cx="10515601" cy="82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>
                          <a:hlinkClick r:id="rId2" action="ppaction://hlinksldjump"/>
                        </a:rPr>
                        <a:t>3</a:t>
                      </a:r>
                      <a:r>
                        <a:rPr lang="en-US" altLang="ko-KR" sz="1200" dirty="0" smtClean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/v1/admin/</a:t>
                      </a:r>
                      <a:r>
                        <a:rPr lang="en-US" altLang="ko-KR" sz="1200" dirty="0" err="1" smtClean="0"/>
                        <a:t>fetchErrorLogTryAgain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데이터패치 로그 </a:t>
                      </a:r>
                      <a:r>
                        <a:rPr lang="ko-KR" altLang="en-US" sz="1200" dirty="0" smtClean="0"/>
                        <a:t>중 오류가 발생한 로그에 대해 디버깅을 위한 패치재실행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819446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?</a:t>
                      </a:r>
                      <a:r>
                        <a:rPr lang="en-US" altLang="ko-KR" sz="1200" dirty="0" err="1" smtClean="0"/>
                        <a:t>log_no</a:t>
                      </a:r>
                      <a:r>
                        <a:rPr lang="en-US" altLang="ko-KR" sz="1200" dirty="0" smtClean="0"/>
                        <a:t>=</a:t>
                      </a:r>
                      <a:r>
                        <a:rPr lang="ko-KR" altLang="en-US" sz="1200" dirty="0" smtClean="0"/>
                        <a:t>로그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</a:t>
                      </a:r>
                      <a:r>
                        <a:rPr lang="en-US" altLang="ko-KR" sz="1200" b="0" dirty="0" smtClean="0">
                          <a:hlinkClick r:id="rId3"/>
                        </a:rPr>
                        <a:t>10.125.121.176:8080/</a:t>
                      </a:r>
                      <a:r>
                        <a:rPr lang="en-US" altLang="ko-KR" sz="1200" dirty="0" smtClean="0">
                          <a:hlinkClick r:id="rId3"/>
                        </a:rPr>
                        <a:t>api/v1/admin/fetchErrorLogTryAgain?log_no</a:t>
                      </a:r>
                      <a:r>
                        <a:rPr lang="en-US" altLang="ko-KR" sz="1200" dirty="0" smtClean="0"/>
                        <a:t>=</a:t>
                      </a:r>
                      <a:r>
                        <a:rPr lang="ko-KR" altLang="en-US" sz="1200" dirty="0" smtClean="0"/>
                        <a:t>로그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log_no</a:t>
                      </a:r>
                      <a:r>
                        <a:rPr lang="en-US" altLang="ko-KR" sz="12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로그 고유번호</a:t>
                      </a:r>
                      <a:r>
                        <a:rPr lang="en-US" altLang="ko-KR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log_no</a:t>
                      </a:r>
                      <a:r>
                        <a:rPr lang="en-US" altLang="ko-KR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로그 고유번호</a:t>
                      </a:r>
                      <a:r>
                        <a:rPr lang="en-US" altLang="ko-KR" sz="1200" b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</a:t>
                      </a:r>
                      <a:r>
                        <a:rPr lang="en-US" altLang="ko-KR" sz="1200" b="0" dirty="0" smtClean="0"/>
                        <a:t>:null</a:t>
                      </a:r>
                      <a:endParaRPr lang="en-US" altLang="ko-KR" sz="1200" b="0" dirty="0"/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13460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983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xmlns="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Login_log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(Fish)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Fish_detail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68618"/>
              </p:ext>
            </p:extLst>
          </p:nvPr>
        </p:nvGraphicFramePr>
        <p:xfrm>
          <a:off x="1043987" y="1426328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data_no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detail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설명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8273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Location_Favorite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418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Fetch_log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05334"/>
              </p:ext>
            </p:extLst>
          </p:nvPr>
        </p:nvGraphicFramePr>
        <p:xfrm>
          <a:off x="1043987" y="1426328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error_msg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TEXT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 메시지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fetch_url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 패치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위치 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2107697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4177737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84497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63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1976</TotalTime>
  <Words>4625</Words>
  <Application>Microsoft Office PowerPoint</Application>
  <PresentationFormat>사용자 지정</PresentationFormat>
  <Paragraphs>2095</Paragraphs>
  <Slides>75</Slides>
  <Notes>14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76" baseType="lpstr"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상세(admin/memberlist)</vt:lpstr>
      <vt:lpstr>REST API 상세(admin/modifyUserEnabled)</vt:lpstr>
      <vt:lpstr>REST API 상세(admin/fetchLogList)</vt:lpstr>
      <vt:lpstr>REST API 상세 명세(fish/topPoint)</vt:lpstr>
      <vt:lpstr>REST API 상세 명세(fish/topPoint/fishChart)</vt:lpstr>
      <vt:lpstr>REST API 상세 명세(fish/fishChart)</vt:lpstr>
      <vt:lpstr>REST API 상세 명세(fish/fishDate)</vt:lpstr>
      <vt:lpstr>REST API 상세 명세(fish/fishListByDate)</vt:lpstr>
      <vt:lpstr>REST API 상세(admin/fetchErrorLogTryAgain)</vt:lpstr>
      <vt:lpstr>REST API 상세()</vt:lpstr>
      <vt:lpstr>Database 설계</vt:lpstr>
      <vt:lpstr>ERD</vt:lpstr>
      <vt:lpstr>Table 명세(Member 계속)</vt:lpstr>
      <vt:lpstr>Table 명세(Member)</vt:lpstr>
      <vt:lpstr>Table 명세(Login_log)</vt:lpstr>
      <vt:lpstr>Table 명세(Location_log)</vt:lpstr>
      <vt:lpstr>Table 명세(Area)</vt:lpstr>
      <vt:lpstr>Table 명세(Location)</vt:lpstr>
      <vt:lpstr>Table 명세(Weather 계속)</vt:lpstr>
      <vt:lpstr>Table 명세(Weather)</vt:lpstr>
      <vt:lpstr>Table 명세(Fish)</vt:lpstr>
      <vt:lpstr>Table 명세(Fish_detail)</vt:lpstr>
      <vt:lpstr>Table 명세(Location_Favorite)</vt:lpstr>
      <vt:lpstr>Table 명세(Fetch_log)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박민규</cp:lastModifiedBy>
  <cp:revision>152</cp:revision>
  <dcterms:created xsi:type="dcterms:W3CDTF">2023-11-14T00:10:21Z</dcterms:created>
  <dcterms:modified xsi:type="dcterms:W3CDTF">2026-01-19T13:02:36Z</dcterms:modified>
</cp:coreProperties>
</file>