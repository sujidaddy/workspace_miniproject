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391" r:id="rId23"/>
    <p:sldId id="392" r:id="rId24"/>
    <p:sldId id="393" r:id="rId25"/>
    <p:sldId id="39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45" autoAdjust="0"/>
    <p:restoredTop sz="84080" autoAdjust="0"/>
  </p:normalViewPr>
  <p:slideViewPr>
    <p:cSldViewPr snapToGrid="0">
      <p:cViewPr>
        <p:scale>
          <a:sx n="77" d="100"/>
          <a:sy n="77" d="100"/>
        </p:scale>
        <p:origin x="-642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2025-12-26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872757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ko-Kore-KR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ko-Kore-KR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ore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ko-Kore-KR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ko-Kore-KR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ko-Kore-KR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ko-Kore-KR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ko-Kore-KR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ko-Kore-KR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0" dirty="0">
                          <a:latin typeface="+mn-ea"/>
                          <a:ea typeface="+mn-ea"/>
                        </a:rPr>
                        <a:t>1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ko-Kore-KR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ko-Kore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ko-Kore-KR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ko-Kore-KR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ko-Kore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ko-Kore-KR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ko-Kore-KR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057840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/auth/</a:t>
                      </a:r>
                      <a:r>
                        <a:rPr lang="en-US" altLang="ko-KR" sz="1200" dirty="0" err="1"/>
                        <a:t>signin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Users-01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/v1/login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Login-01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91509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/v1/login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975637"/>
              </p:ext>
            </p:extLst>
          </p:nvPr>
        </p:nvGraphicFramePr>
        <p:xfrm>
          <a:off x="1098744" y="2677343"/>
          <a:ext cx="10515602" cy="3756711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“</a:t>
                      </a:r>
                      <a:r>
                        <a:rPr lang="en-US" altLang="ko-KR" sz="1200" b="0" dirty="0" err="1"/>
                        <a:t>username”:”user</a:t>
                      </a:r>
                      <a:r>
                        <a:rPr lang="en-US" altLang="ko-KR" sz="1200" b="0" dirty="0"/>
                        <a:t>”, “password”:”</a:t>
                      </a:r>
                      <a:r>
                        <a:rPr lang="en-US" altLang="ko-KR" sz="1200" b="0" dirty="0" err="1"/>
                        <a:t>abcd</a:t>
                      </a:r>
                      <a:r>
                        <a:rPr lang="en-US" altLang="ko-KR" sz="1200" b="0" dirty="0"/>
                        <a:t>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536673">
                <a:tc rowSpan="3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/>
                        <a:t>응답코드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7519766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8362431"/>
                  </a:ext>
                </a:extLst>
              </a:tr>
              <a:tr h="53667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그림</a:t>
            </a:r>
          </a:p>
        </p:txBody>
      </p:sp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14906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container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CONTAINERID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>
                          <a:effectLst/>
                        </a:rPr>
                        <a:t>컨테이너식별자</a:t>
                      </a:r>
                      <a:r>
                        <a:rPr lang="en-US" altLang="ko-KR" sz="1100" u="none" strike="noStrike" dirty="0">
                          <a:effectLst/>
                        </a:rPr>
                        <a:t>(</a:t>
                      </a:r>
                      <a:r>
                        <a:rPr lang="ko-KR" altLang="en-US" sz="1100" u="none" strike="noStrike" dirty="0">
                          <a:effectLst/>
                        </a:rPr>
                        <a:t>차량번호</a:t>
                      </a:r>
                      <a:r>
                        <a:rPr lang="en-US" altLang="ko-KR" sz="1100" u="none" strike="noStrike" dirty="0">
                          <a:effectLst/>
                        </a:rPr>
                        <a:t>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DRIVERNAME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운전자이름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DRIVERPHONE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운전자연락처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128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>
                          <a:effectLst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컨테이너 정보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ISEALID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11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""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u="none" strike="noStrike" dirty="0">
                          <a:effectLst/>
                        </a:rPr>
                        <a:t>연결된 </a:t>
                      </a:r>
                      <a:r>
                        <a:rPr lang="en-US" altLang="ko-KR" sz="1100" u="none" strike="noStrike" dirty="0" err="1">
                          <a:effectLst/>
                        </a:rPr>
                        <a:t>iseal</a:t>
                      </a:r>
                      <a:r>
                        <a:rPr lang="en-US" altLang="ko-KR" sz="1100" u="none" strike="noStrike" dirty="0">
                          <a:effectLst/>
                        </a:rPr>
                        <a:t> </a:t>
                      </a:r>
                      <a:r>
                        <a:rPr lang="ko-KR" altLang="en-US" sz="1100" u="none" strike="noStrike" dirty="0">
                          <a:effectLst/>
                        </a:rPr>
                        <a:t>식별자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2029</Words>
  <Application>Microsoft Office PowerPoint</Application>
  <PresentationFormat>와이드스크린</PresentationFormat>
  <Paragraphs>360</Paragraphs>
  <Slides>25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Aptos</vt:lpstr>
      <vt:lpstr>굴림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37</cp:revision>
  <dcterms:created xsi:type="dcterms:W3CDTF">2023-11-14T00:10:21Z</dcterms:created>
  <dcterms:modified xsi:type="dcterms:W3CDTF">2025-12-26T09:03:10Z</dcterms:modified>
</cp:coreProperties>
</file>