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>
        <p:scale>
          <a:sx n="77" d="100"/>
          <a:sy n="77" d="100"/>
        </p:scale>
        <p:origin x="-2333" y="-6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xmlns="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xmlns="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xmlns="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xmlns="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xmlns="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xmlns="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xmlns="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xmlns="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xmlns="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xmlns="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xmlns="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84734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ID/</a:t>
                      </a:r>
                      <a:r>
                        <a:rPr lang="ko-KR" altLang="en-US" sz="1200" dirty="0" smtClean="0"/>
                        <a:t>비밀번호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등록한 </a:t>
                      </a:r>
                      <a:r>
                        <a:rPr lang="ko-KR" altLang="en-US" sz="1200" dirty="0" err="1" smtClean="0"/>
                        <a:t>구글계정을</a:t>
                      </a:r>
                      <a:r>
                        <a:rPr lang="ko-KR" altLang="en-US" sz="1200" dirty="0" smtClean="0"/>
                        <a:t> 통한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등록한 </a:t>
                      </a:r>
                      <a:r>
                        <a:rPr lang="ko-KR" altLang="en-US" sz="1200" dirty="0" err="1" smtClean="0"/>
                        <a:t>네이버계정을</a:t>
                      </a:r>
                      <a:r>
                        <a:rPr lang="ko-KR" altLang="en-US" sz="1200" dirty="0" smtClean="0"/>
                        <a:t> 통한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등록한 카카오계정을 통한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ID </a:t>
                      </a:r>
                      <a:r>
                        <a:rPr lang="ko-KR" altLang="en-US" sz="1200" dirty="0" smtClean="0"/>
                        <a:t>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이메일</a:t>
                      </a:r>
                      <a:r>
                        <a:rPr lang="ko-KR" altLang="en-US" sz="1200" dirty="0" smtClean="0"/>
                        <a:t>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구글계정</a:t>
                      </a:r>
                      <a:r>
                        <a:rPr lang="ko-KR" altLang="en-US" sz="1200" dirty="0" smtClean="0"/>
                        <a:t>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네이버계정</a:t>
                      </a:r>
                      <a:r>
                        <a:rPr lang="ko-KR" altLang="en-US" sz="1200" dirty="0" smtClean="0"/>
                        <a:t>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카카오계정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회원 가입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30216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권역구분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전체 위치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권역별</a:t>
                      </a:r>
                      <a:r>
                        <a:rPr lang="ko-KR" altLang="en-US" sz="1200" dirty="0" smtClean="0"/>
                        <a:t> 위치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선택</a:t>
                      </a:r>
                      <a:r>
                        <a:rPr lang="en-US" altLang="ko-KR" sz="1200" dirty="0" smtClean="0"/>
                        <a:t>(</a:t>
                      </a:r>
                      <a:r>
                        <a:rPr lang="ko-KR" altLang="en-US" sz="1200" dirty="0" smtClean="0"/>
                        <a:t>구성 내용 협의 필요</a:t>
                      </a:r>
                      <a:r>
                        <a:rPr lang="en-US" altLang="ko-KR" sz="1200" dirty="0" smtClean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/v1/weather/{location}/{date}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및 날짜 별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/v1/fish/{name}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어종이름</a:t>
                      </a:r>
                      <a:r>
                        <a:rPr lang="ko-KR" altLang="en-US" sz="1200" baseline="0" dirty="0" smtClean="0"/>
                        <a:t> 검색을 통한</a:t>
                      </a:r>
                      <a:r>
                        <a:rPr lang="ko-KR" altLang="en-US" sz="1200" dirty="0" smtClean="0"/>
                        <a:t>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별 정보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날짜</a:t>
                      </a:r>
                      <a:r>
                        <a:rPr lang="en-US" altLang="ko-KR" sz="1200" dirty="0" smtClean="0"/>
                        <a:t>(</a:t>
                      </a:r>
                      <a:r>
                        <a:rPr lang="ko-KR" altLang="en-US" sz="1200" dirty="0" smtClean="0"/>
                        <a:t>날씨</a:t>
                      </a:r>
                      <a:r>
                        <a:rPr lang="en-US" altLang="ko-KR" sz="1200" dirty="0" smtClean="0"/>
                        <a:t>) </a:t>
                      </a:r>
                      <a:r>
                        <a:rPr lang="ko-KR" altLang="en-US" sz="1200" dirty="0" smtClean="0"/>
                        <a:t>별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/v1/fish/{name}/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어종 선택을 통한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42199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loginid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ID/</a:t>
                      </a:r>
                      <a:r>
                        <a:rPr lang="ko-KR" altLang="en-US" sz="1200" dirty="0" smtClean="0"/>
                        <a:t>비밀번호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522190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“id”:””, “password”:””}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{“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0246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logingoogle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smtClean="0"/>
                        <a:t>등록한 </a:t>
                      </a:r>
                      <a:r>
                        <a:rPr lang="ko-KR" altLang="en-US" sz="1200" dirty="0" err="1" smtClean="0"/>
                        <a:t>구글계정을</a:t>
                      </a:r>
                      <a:r>
                        <a:rPr lang="ko-KR" altLang="en-US" sz="1200" dirty="0" smtClean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913766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{“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46413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loginnaver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등록한 </a:t>
                      </a:r>
                      <a:r>
                        <a:rPr lang="ko-KR" altLang="en-US" sz="1200" dirty="0" err="1" smtClean="0"/>
                        <a:t>네이버계정을</a:t>
                      </a:r>
                      <a:r>
                        <a:rPr lang="ko-KR" altLang="en-US" sz="1200" dirty="0" smtClean="0"/>
                        <a:t> 통한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670566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{“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37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</a:t>
                      </a:r>
                      <a:r>
                        <a:rPr lang="en-US" altLang="ko-KR" sz="1200" dirty="0" err="1" smtClean="0"/>
                        <a:t>loginkakao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등록한 카카오계정을 통한 로그인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426135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{“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”, “username”, “email”}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1447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validateID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ID </a:t>
                      </a:r>
                      <a:r>
                        <a:rPr lang="ko-KR" altLang="en-US" sz="1200" dirty="0" smtClean="0"/>
                        <a:t>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210017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0904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validateEmail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 smtClean="0"/>
                        <a:t>이메일</a:t>
                      </a:r>
                      <a:r>
                        <a:rPr lang="ko-KR" altLang="en-US" sz="1200" dirty="0" smtClean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39359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61755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validategoogle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구글계정</a:t>
                      </a:r>
                      <a:r>
                        <a:rPr lang="ko-KR" altLang="en-US" sz="1200" dirty="0" smtClean="0"/>
                        <a:t>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657503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39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validatenaver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네이버계정</a:t>
                      </a:r>
                      <a:r>
                        <a:rPr lang="ko-KR" altLang="en-US" sz="1200" dirty="0" smtClean="0"/>
                        <a:t>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06260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6941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validatekakao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카카오계정 중복 확인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94720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“text”:””}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5575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/v1/join/</a:t>
                      </a:r>
                      <a:r>
                        <a:rPr lang="en-US" altLang="ko-KR" sz="1200" dirty="0" err="1" smtClean="0"/>
                        <a:t>joinUser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회원 가입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62332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” : “”, “password” : “”, “username” : “”, “email” : “”, “</a:t>
                      </a:r>
                      <a:r>
                        <a:rPr lang="en-US" altLang="ko-KR" sz="1200" b="0" dirty="0" err="1" smtClean="0"/>
                        <a:t>google</a:t>
                      </a:r>
                      <a:r>
                        <a:rPr lang="en-US" altLang="ko-KR" sz="1200" b="0" dirty="0" smtClean="0"/>
                        <a:t>” : “”, “</a:t>
                      </a:r>
                      <a:r>
                        <a:rPr lang="en-US" altLang="ko-KR" sz="1200" b="0" dirty="0" err="1" smtClean="0"/>
                        <a:t>naver</a:t>
                      </a:r>
                      <a:r>
                        <a:rPr lang="en-US" altLang="ko-KR" sz="1200" b="0" dirty="0" smtClean="0"/>
                        <a:t>” : “”, “</a:t>
                      </a:r>
                      <a:r>
                        <a:rPr lang="en-US" altLang="ko-KR" sz="1200" b="0" dirty="0" err="1" smtClean="0"/>
                        <a:t>kakao</a:t>
                      </a:r>
                      <a:r>
                        <a:rPr lang="en-US" altLang="ko-KR" sz="1200" b="0" dirty="0" smtClean="0"/>
                        <a:t>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 null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/v1/area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권역구분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499748"/>
              </p:ext>
            </p:extLst>
          </p:nvPr>
        </p:nvGraphicFramePr>
        <p:xfrm>
          <a:off x="1098744" y="2677343"/>
          <a:ext cx="10515602" cy="404299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:[{“</a:t>
                      </a:r>
                      <a:r>
                        <a:rPr lang="en-US" altLang="ko-KR" sz="1200" b="0" dirty="0" err="1" smtClean="0"/>
                        <a:t>area_no</a:t>
                      </a:r>
                      <a:r>
                        <a:rPr lang="en-US" altLang="ko-KR" sz="1200" b="0" dirty="0" smtClean="0"/>
                        <a:t>”: “”, “</a:t>
                      </a:r>
                      <a:r>
                        <a:rPr lang="en-US" altLang="ko-KR" sz="1200" b="0" dirty="0" err="1" smtClean="0"/>
                        <a:t>area_name</a:t>
                      </a:r>
                      <a:r>
                        <a:rPr lang="en-US" altLang="ko-KR" sz="1200" b="0" dirty="0" smtClean="0"/>
                        <a:t>”:</a:t>
                      </a:r>
                      <a:r>
                        <a:rPr lang="en-US" altLang="ko-KR" sz="1200" b="0" baseline="0" dirty="0" smtClean="0"/>
                        <a:t> “”, “</a:t>
                      </a:r>
                      <a:r>
                        <a:rPr lang="en-US" altLang="ko-KR" sz="1200" b="0" baseline="0" dirty="0" err="1" smtClean="0"/>
                        <a:t>center_lat</a:t>
                      </a:r>
                      <a:r>
                        <a:rPr lang="en-US" altLang="ko-KR" sz="1200" b="0" baseline="0" dirty="0" smtClean="0"/>
                        <a:t>” : “”, “</a:t>
                      </a:r>
                      <a:r>
                        <a:rPr lang="en-US" altLang="ko-KR" sz="1200" b="0" baseline="0" dirty="0" err="1" smtClean="0"/>
                        <a:t>center_lng</a:t>
                      </a:r>
                      <a:r>
                        <a:rPr lang="en-US" altLang="ko-KR" sz="1200" b="0" baseline="0" dirty="0" smtClean="0"/>
                        <a:t>” : “”, “radius” : “”, “</a:t>
                      </a:r>
                      <a:r>
                        <a:rPr lang="en-US" altLang="ko-KR" sz="1200" b="0" baseline="0" dirty="0" err="1" smtClean="0"/>
                        <a:t>fillcolor</a:t>
                      </a:r>
                      <a:r>
                        <a:rPr lang="en-US" altLang="ko-KR" sz="1200" b="0" baseline="0" dirty="0" smtClean="0"/>
                        <a:t>” : “”, “level” : “”}….</a:t>
                      </a:r>
                      <a:r>
                        <a:rPr lang="en-US" altLang="ko-KR" sz="1200" b="0" dirty="0" smtClean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전체 위치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526335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 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:[{“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”: “”, “name”:</a:t>
                      </a:r>
                      <a:r>
                        <a:rPr lang="en-US" altLang="ko-KR" sz="1200" b="0" baseline="0" dirty="0" smtClean="0"/>
                        <a:t> “”, “</a:t>
                      </a:r>
                      <a:r>
                        <a:rPr lang="en-US" altLang="ko-KR" sz="1200" b="0" baseline="0" dirty="0" err="1" smtClean="0"/>
                        <a:t>lat</a:t>
                      </a:r>
                      <a:r>
                        <a:rPr lang="en-US" altLang="ko-KR" sz="1200" b="0" baseline="0" dirty="0" smtClean="0"/>
                        <a:t>” : “”, “lot” : “”, “area” : {}}….</a:t>
                      </a:r>
                      <a:r>
                        <a:rPr lang="en-US" altLang="ko-KR" sz="1200" b="0" dirty="0" smtClean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area </a:t>
                      </a:r>
                      <a:r>
                        <a:rPr lang="ko-KR" altLang="en-US" sz="1200" b="0" dirty="0" smtClean="0"/>
                        <a:t>구성은 </a:t>
                      </a:r>
                      <a:r>
                        <a:rPr lang="en-US" altLang="ko-KR" sz="1200" b="0" dirty="0" smtClean="0"/>
                        <a:t>11</a:t>
                      </a:r>
                      <a:r>
                        <a:rPr lang="ko-KR" altLang="en-US" sz="1200" b="0" dirty="0" smtClean="0"/>
                        <a:t>번을 참조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313086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/v1/location/area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 smtClean="0"/>
                        <a:t>권역별</a:t>
                      </a:r>
                      <a:r>
                        <a:rPr lang="ko-KR" altLang="en-US" sz="1200" dirty="0" smtClean="0"/>
                        <a:t> 위치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621013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smtClean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 “number”:””}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{“success” : “” 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“data” :[{“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”: “”, “name”:</a:t>
                      </a:r>
                      <a:r>
                        <a:rPr lang="en-US" altLang="ko-KR" sz="1200" b="0" baseline="0" dirty="0" smtClean="0"/>
                        <a:t> “”, “</a:t>
                      </a:r>
                      <a:r>
                        <a:rPr lang="en-US" altLang="ko-KR" sz="1200" b="0" baseline="0" dirty="0" err="1" smtClean="0"/>
                        <a:t>lat</a:t>
                      </a:r>
                      <a:r>
                        <a:rPr lang="en-US" altLang="ko-KR" sz="1200" b="0" baseline="0" dirty="0" smtClean="0"/>
                        <a:t>” : “”, “lot” : “”, “area” : {}}….</a:t>
                      </a:r>
                      <a:r>
                        <a:rPr lang="en-US" altLang="ko-KR" sz="1200" b="0" dirty="0" smtClean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86413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/v1/location/select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선택</a:t>
                      </a:r>
                      <a:r>
                        <a:rPr lang="en-US" altLang="ko-KR" sz="1200" dirty="0" smtClean="0"/>
                        <a:t>(</a:t>
                      </a:r>
                      <a:r>
                        <a:rPr lang="ko-KR" altLang="en-US" sz="1200" dirty="0" smtClean="0"/>
                        <a:t>구성 내용 협의 필요</a:t>
                      </a:r>
                      <a:r>
                        <a:rPr lang="en-US" altLang="ko-KR" sz="1200" dirty="0" smtClean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533254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6105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/v1/weather/{location}/{date}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및 날짜 별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613187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895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/v1/fish/{name}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smtClean="0"/>
                        <a:t>어종이름</a:t>
                      </a:r>
                      <a:r>
                        <a:rPr lang="ko-KR" altLang="en-US" sz="1200" baseline="0" dirty="0" smtClean="0"/>
                        <a:t> 검색을 통한</a:t>
                      </a:r>
                      <a:r>
                        <a:rPr lang="ko-KR" altLang="en-US" sz="1200" dirty="0" smtClean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349592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478460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/v1/fish/location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별 정보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011431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21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/v1/fish/weather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날짜</a:t>
                      </a:r>
                      <a:r>
                        <a:rPr lang="en-US" altLang="ko-KR" sz="1200" dirty="0" smtClean="0"/>
                        <a:t>(</a:t>
                      </a:r>
                      <a:r>
                        <a:rPr lang="ko-KR" altLang="en-US" sz="1200" dirty="0" smtClean="0"/>
                        <a:t>날씨</a:t>
                      </a:r>
                      <a:r>
                        <a:rPr lang="en-US" altLang="ko-KR" sz="1200" dirty="0" smtClean="0"/>
                        <a:t>) </a:t>
                      </a:r>
                      <a:r>
                        <a:rPr lang="ko-KR" altLang="en-US" sz="1200" dirty="0" smtClean="0"/>
                        <a:t>별 낚시가능어종 정보 조회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614936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6897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/v1/fish/{name}/</a:t>
                      </a:r>
                      <a:endParaRPr lang="ko-KR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smtClean="0"/>
                        <a:t>어종 선택을 통한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447390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xmlns="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가입한 회원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smtClean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smtClean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smtClean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로그인 이력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위치 정보 조회 이력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권역</a:t>
                      </a:r>
                      <a:r>
                        <a:rPr lang="ko-KR" altLang="en-US" sz="1200" baseline="0" dirty="0" smtClean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낚시 위치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smtClean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지역별 날씨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 smtClean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지역 및 날씨 별 낚시가능어종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 smtClean="0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 smtClean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smtClean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 smtClean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2499</Words>
  <Application>Microsoft Office PowerPoint</Application>
  <PresentationFormat>사용자 지정</PresentationFormat>
  <Paragraphs>1235</Paragraphs>
  <Slides>52</Slides>
  <Notes>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3" baseType="lpstr"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박민규</cp:lastModifiedBy>
  <cp:revision>60</cp:revision>
  <dcterms:created xsi:type="dcterms:W3CDTF">2023-11-14T00:10:21Z</dcterms:created>
  <dcterms:modified xsi:type="dcterms:W3CDTF">2025-12-28T08:35:47Z</dcterms:modified>
</cp:coreProperties>
</file>