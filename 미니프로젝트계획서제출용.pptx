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391" r:id="rId24"/>
    <p:sldId id="426" r:id="rId25"/>
    <p:sldId id="427" r:id="rId26"/>
    <p:sldId id="428" r:id="rId27"/>
    <p:sldId id="429" r:id="rId28"/>
    <p:sldId id="430" r:id="rId29"/>
    <p:sldId id="431" r:id="rId30"/>
    <p:sldId id="432" r:id="rId31"/>
    <p:sldId id="433" r:id="rId32"/>
    <p:sldId id="434" r:id="rId33"/>
    <p:sldId id="435" r:id="rId34"/>
    <p:sldId id="436" r:id="rId35"/>
    <p:sldId id="437" r:id="rId36"/>
    <p:sldId id="438" r:id="rId37"/>
    <p:sldId id="439" r:id="rId38"/>
    <p:sldId id="440" r:id="rId39"/>
    <p:sldId id="441" r:id="rId40"/>
    <p:sldId id="442" r:id="rId41"/>
    <p:sldId id="443" r:id="rId42"/>
    <p:sldId id="392" r:id="rId43"/>
    <p:sldId id="393" r:id="rId44"/>
    <p:sldId id="394" r:id="rId45"/>
    <p:sldId id="416" r:id="rId46"/>
    <p:sldId id="417" r:id="rId47"/>
    <p:sldId id="419" r:id="rId48"/>
    <p:sldId id="420" r:id="rId49"/>
    <p:sldId id="421" r:id="rId50"/>
    <p:sldId id="424" r:id="rId51"/>
    <p:sldId id="423" r:id="rId52"/>
    <p:sldId id="425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105" d="100"/>
          <a:sy n="105" d="100"/>
        </p:scale>
        <p:origin x="-1243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xmlns="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id?userid=administrator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gingoogle?google=google*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naver?naver=naver*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hyperlink" Target="http://10.125.121.176:8080/api/v1/loginkakao?kakao=kakao*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naver?naver=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validatekakao?kakao=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join/joinUser?userid=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location/select?user=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weather?location=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name?name=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10.125.121.176:8080/api/v1/fish/location?location=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xmlns="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xmlns="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xmlns="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xmlns="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xmlns="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xmlns="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xmlns="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xmlns="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86409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xmlns="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xmlns="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948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0305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09307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75872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8996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53618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2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93095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29875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naver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885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331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3"/>
                        </a:rPr>
                        <a:t>kakao</a:t>
                      </a:r>
                      <a:r>
                        <a:rPr lang="en-US" altLang="ko-KR" sz="1200" dirty="0">
                          <a:hlinkClick r:id="rId3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7625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7073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8354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09662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9761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3345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59742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93380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1982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6960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5419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419122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r>
                        <a:rPr lang="en-US" altLang="ko-KR" sz="1200" dirty="0"/>
                        <a:t/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r>
                        <a:rPr lang="en-US" altLang="ko-KR" sz="1200" dirty="0"/>
                        <a:t/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4760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4697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72666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40808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87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0248547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location_no</a:t>
                      </a:r>
                      <a:r>
                        <a:rPr lang="en-US" altLang="ko-KR" sz="1200" b="0" dirty="0" smtClean="0"/>
                        <a:t>=</a:t>
                      </a:r>
                      <a:r>
                        <a:rPr lang="ko-KR" altLang="en-US" sz="1200" b="0" dirty="0" smtClean="0"/>
                        <a:t>위치 고유번호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2"/>
                        </a:rPr>
                        <a:t>/select</a:t>
                      </a:r>
                      <a:r>
                        <a:rPr lang="en-US" altLang="ko-KR" sz="1200" b="0" dirty="0" smtClean="0">
                          <a:hlinkClick r:id="rId2"/>
                        </a:rPr>
                        <a:t>?</a:t>
                      </a:r>
                      <a:r>
                        <a:rPr lang="en-US" altLang="ko-KR" sz="1200" b="0" dirty="0" smtClean="0"/>
                        <a:t> </a:t>
                      </a:r>
                      <a:r>
                        <a:rPr lang="en-US" altLang="ko-KR" sz="1200" b="0" dirty="0" err="1" smtClean="0"/>
                        <a:t>location_no</a:t>
                      </a:r>
                      <a:r>
                        <a:rPr lang="en-US" altLang="ko-KR" sz="1200" b="0" dirty="0" smtClean="0"/>
                        <a:t>=</a:t>
                      </a:r>
                      <a:r>
                        <a:rPr lang="ko-KR" altLang="en-US" sz="1200" b="0" dirty="0" smtClean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회원고유번호는 </a:t>
                      </a: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받은 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ko-KR" altLang="en-US" sz="1200" b="0" dirty="0"/>
                        <a:t>에서 사용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</a:t>
                      </a:r>
                      <a:r>
                        <a:rPr lang="en-US" altLang="ko-KR" sz="1200" b="0" baseline="0" dirty="0" smtClean="0"/>
                        <a:t>number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smtClean="0"/>
                        <a:t>위치 고유번호</a:t>
                      </a:r>
                      <a:r>
                        <a:rPr lang="en-US" altLang="ko-KR" sz="1200" b="0" baseline="0" dirty="0" smtClean="0"/>
                        <a:t>}</a:t>
                      </a:r>
                      <a:endParaRPr lang="en-US" altLang="ko-KR" sz="1200" b="0" baseline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0758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016981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&amp;date=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api/v1/weather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&amp;date=2025-12-31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 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</a:t>
                      </a:r>
                      <a:r>
                        <a:rPr lang="en-US" altLang="ko-KR" sz="1200" b="0" dirty="0" err="1"/>
                        <a:t>dd</a:t>
                      </a:r>
                      <a:r>
                        <a:rPr lang="en-US" altLang="ko-KR" sz="1200" b="0" dirty="0"/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4382064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weather_table_row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fish_list</a:t>
                      </a:r>
                      <a:r>
                        <a:rPr lang="en-US" altLang="ko-KR" sz="1200" b="0" baseline="0" dirty="0"/>
                        <a:t> : [</a:t>
                      </a:r>
                      <a:r>
                        <a:rPr lang="en-US" altLang="ko-KR" sz="1200" b="0" baseline="0" dirty="0" err="1"/>
                        <a:t>fish_table_row</a:t>
                      </a:r>
                      <a:r>
                        <a:rPr lang="en-US" altLang="ko-KR" sz="1200" b="0" baseline="0" dirty="0"/>
                        <a:t>….]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weather</a:t>
                      </a:r>
                      <a:r>
                        <a:rPr lang="ko-KR" altLang="en-US" sz="1200" b="0" baseline="0" dirty="0"/>
                        <a:t> 테이블 참고</a:t>
                      </a:r>
                      <a:r>
                        <a:rPr lang="en-US" altLang="ko-KR" sz="1200" b="0" baseline="0" dirty="0"/>
                        <a:t/>
                      </a:r>
                      <a:br>
                        <a:rPr lang="en-US" altLang="ko-KR" sz="1200" b="0" baseline="0" dirty="0"/>
                      </a:br>
                      <a:r>
                        <a:rPr lang="en-US" altLang="ko-KR" sz="1200" b="0" baseline="0" dirty="0"/>
                        <a:t>fish </a:t>
                      </a:r>
                      <a:r>
                        <a:rPr lang="ko-KR" altLang="en-US" sz="1200" b="0" baseline="0" dirty="0"/>
                        <a:t>테이블 참고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810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7964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2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85727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187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2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0373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75387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?weather=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2"/>
                        </a:rPr>
                        <a:t>?weather=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96825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2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2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xmlns="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35077"/>
              </p:ext>
            </p:extLst>
          </p:nvPr>
        </p:nvGraphicFramePr>
        <p:xfrm>
          <a:off x="1043987" y="1416389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65630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1279</TotalTime>
  <Words>2909</Words>
  <Application>Microsoft Office PowerPoint</Application>
  <PresentationFormat>사용자 지정</PresentationFormat>
  <Paragraphs>1329</Paragraphs>
  <Slides>52</Slides>
  <Notes>2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3" baseType="lpstr"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박민규</cp:lastModifiedBy>
  <cp:revision>102</cp:revision>
  <dcterms:created xsi:type="dcterms:W3CDTF">2023-11-14T00:10:21Z</dcterms:created>
  <dcterms:modified xsi:type="dcterms:W3CDTF">2025-12-31T13:06:14Z</dcterms:modified>
</cp:coreProperties>
</file>