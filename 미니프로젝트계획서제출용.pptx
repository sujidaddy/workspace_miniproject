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391" r:id="rId24"/>
    <p:sldId id="426" r:id="rId25"/>
    <p:sldId id="427" r:id="rId26"/>
    <p:sldId id="428" r:id="rId27"/>
    <p:sldId id="429" r:id="rId28"/>
    <p:sldId id="430" r:id="rId29"/>
    <p:sldId id="431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439" r:id="rId38"/>
    <p:sldId id="440" r:id="rId39"/>
    <p:sldId id="441" r:id="rId40"/>
    <p:sldId id="442" r:id="rId41"/>
    <p:sldId id="443" r:id="rId42"/>
    <p:sldId id="392" r:id="rId43"/>
    <p:sldId id="393" r:id="rId44"/>
    <p:sldId id="394" r:id="rId45"/>
    <p:sldId id="416" r:id="rId46"/>
    <p:sldId id="417" r:id="rId47"/>
    <p:sldId id="419" r:id="rId48"/>
    <p:sldId id="420" r:id="rId49"/>
    <p:sldId id="421" r:id="rId50"/>
    <p:sldId id="424" r:id="rId51"/>
    <p:sldId id="423" r:id="rId52"/>
    <p:sldId id="425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96" d="100"/>
          <a:sy n="96" d="100"/>
        </p:scale>
        <p:origin x="12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id?userid=administrator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google?google=google*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naver?naver=naver*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kakao?kakao=kakao*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naver?naver=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kakao?kakao=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joinUser?userid=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weather?location=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name?name=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948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0305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09307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8996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2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3095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naver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885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kakao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7625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8354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9761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59742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1982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5419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4760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4697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72666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87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75689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?user=</a:t>
                      </a:r>
                      <a:r>
                        <a:rPr lang="ko-KR" altLang="en-US" sz="1200" b="0" dirty="0"/>
                        <a:t>회원고유번호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location_name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위치명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/select?user=</a:t>
                      </a:r>
                      <a:r>
                        <a:rPr lang="ko-KR" altLang="en-US" sz="1200" b="0" dirty="0"/>
                        <a:t>회원고유번호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location_name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가거도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회원고유번호는 </a:t>
                      </a: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받은 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ko-KR" altLang="en-US" sz="1200" b="0" dirty="0"/>
                        <a:t>에서 사용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회원고유번호</a:t>
                      </a:r>
                      <a:r>
                        <a:rPr lang="en-US" altLang="ko-KR" sz="1200" b="0" baseline="0" dirty="0"/>
                        <a:t>, text :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회원고유번호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가거도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0758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16981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&amp;date=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api/v1/weather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&amp;date=2025-12-31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</a:t>
                      </a:r>
                      <a:r>
                        <a:rPr lang="en-US" altLang="ko-KR" sz="1200" b="0" dirty="0" err="1"/>
                        <a:t>dd</a:t>
                      </a:r>
                      <a:r>
                        <a:rPr lang="en-US" altLang="ko-KR" sz="1200" b="0" dirty="0"/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382064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weather_table_row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fish_list</a:t>
                      </a:r>
                      <a:r>
                        <a:rPr lang="en-US" altLang="ko-KR" sz="1200" b="0" baseline="0" dirty="0"/>
                        <a:t> : [</a:t>
                      </a:r>
                      <a:r>
                        <a:rPr lang="en-US" altLang="ko-KR" sz="1200" b="0" baseline="0" dirty="0" err="1"/>
                        <a:t>fish_table_row</a:t>
                      </a:r>
                      <a:r>
                        <a:rPr lang="en-US" altLang="ko-KR" sz="1200" b="0" baseline="0" dirty="0"/>
                        <a:t>….]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weather</a:t>
                      </a:r>
                      <a:r>
                        <a:rPr lang="ko-KR" altLang="en-US" sz="1200" b="0" baseline="0" dirty="0"/>
                        <a:t> 테이블 참고</a:t>
                      </a:r>
                      <a:br>
                        <a:rPr lang="en-US" altLang="ko-KR" sz="1200" b="0" baseline="0" dirty="0"/>
                      </a:br>
                      <a:r>
                        <a:rPr lang="en-US" altLang="ko-KR" sz="1200" b="0" baseline="0" dirty="0"/>
                        <a:t>fish </a:t>
                      </a:r>
                      <a:r>
                        <a:rPr lang="ko-KR" altLang="en-US" sz="1200" b="0" baseline="0" dirty="0"/>
                        <a:t>테이블 참고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810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2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85727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0373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75387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2"/>
                        </a:rPr>
                        <a:t>?weather=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96825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1278</TotalTime>
  <Words>6334</Words>
  <Application>Microsoft Office PowerPoint</Application>
  <PresentationFormat>와이드스크린</PresentationFormat>
  <Paragraphs>1329</Paragraphs>
  <Slides>52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1" baseType="lpstr">
      <vt:lpstr>Aptos</vt:lpstr>
      <vt:lpstr>Gulim</vt:lpstr>
      <vt:lpstr>Malgun Gothic</vt:lpstr>
      <vt:lpstr>Malgun Gothic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101</cp:revision>
  <dcterms:created xsi:type="dcterms:W3CDTF">2023-11-14T00:10:21Z</dcterms:created>
  <dcterms:modified xsi:type="dcterms:W3CDTF">2025-12-31T01:44:47Z</dcterms:modified>
</cp:coreProperties>
</file>