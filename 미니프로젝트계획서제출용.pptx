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9"/>
  </p:notesMasterIdLst>
  <p:handoutMasterIdLst>
    <p:handoutMasterId r:id="rId60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391" r:id="rId25"/>
    <p:sldId id="426" r:id="rId26"/>
    <p:sldId id="427" r:id="rId27"/>
    <p:sldId id="428" r:id="rId28"/>
    <p:sldId id="429" r:id="rId29"/>
    <p:sldId id="430" r:id="rId30"/>
    <p:sldId id="431" r:id="rId31"/>
    <p:sldId id="432" r:id="rId32"/>
    <p:sldId id="433" r:id="rId33"/>
    <p:sldId id="434" r:id="rId34"/>
    <p:sldId id="444" r:id="rId35"/>
    <p:sldId id="435" r:id="rId36"/>
    <p:sldId id="436" r:id="rId37"/>
    <p:sldId id="437" r:id="rId38"/>
    <p:sldId id="438" r:id="rId39"/>
    <p:sldId id="446" r:id="rId40"/>
    <p:sldId id="447" r:id="rId41"/>
    <p:sldId id="448" r:id="rId42"/>
    <p:sldId id="440" r:id="rId43"/>
    <p:sldId id="441" r:id="rId44"/>
    <p:sldId id="442" r:id="rId45"/>
    <p:sldId id="443" r:id="rId46"/>
    <p:sldId id="449" r:id="rId47"/>
    <p:sldId id="392" r:id="rId48"/>
    <p:sldId id="393" r:id="rId49"/>
    <p:sldId id="394" r:id="rId50"/>
    <p:sldId id="416" r:id="rId51"/>
    <p:sldId id="417" r:id="rId52"/>
    <p:sldId id="419" r:id="rId53"/>
    <p:sldId id="420" r:id="rId54"/>
    <p:sldId id="421" r:id="rId55"/>
    <p:sldId id="424" r:id="rId56"/>
    <p:sldId id="423" r:id="rId57"/>
    <p:sldId id="425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96" d="100"/>
          <a:sy n="96" d="100"/>
        </p:scale>
        <p:origin x="12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id?userid=administrator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google?google=google*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naver?naver=naver*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kakao?kakao=kakao*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naver?naver=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kakao?kakao=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joinUser?userid=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modifyUser?currentPassword=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name?name=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weather/chart?location_no=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146054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149177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275965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09307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8996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2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3095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naver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885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kakao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7625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8354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9761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59742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1982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5419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84737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45764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66036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48968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9020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26011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771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43165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104116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/favorite?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19651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980155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8240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97137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83478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2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46059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81956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982116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2"/>
                        </a:rPr>
                        <a:t>?location_no=</a:t>
                      </a:r>
                      <a:r>
                        <a:rPr lang="ko-KR" altLang="en-US" sz="1200" b="0" dirty="0">
                          <a:hlinkClick r:id="rId2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2"/>
                        </a:rPr>
                        <a:t>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84340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94952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596272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1491</TotalTime>
  <Words>7230</Words>
  <Application>Microsoft Office PowerPoint</Application>
  <PresentationFormat>와이드스크린</PresentationFormat>
  <Paragraphs>1485</Paragraphs>
  <Slides>57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6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115</cp:revision>
  <dcterms:created xsi:type="dcterms:W3CDTF">2023-11-14T00:10:21Z</dcterms:created>
  <dcterms:modified xsi:type="dcterms:W3CDTF">2026-01-05T04:28:15Z</dcterms:modified>
</cp:coreProperties>
</file>